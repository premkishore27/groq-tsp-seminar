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24"/>
  </p:notesMasterIdLst>
  <p:sldIdLst>
    <p:sldId id="256" r:id="rId3"/>
    <p:sldId id="270" r:id="rId4"/>
    <p:sldId id="262" r:id="rId5"/>
    <p:sldId id="280" r:id="rId6"/>
    <p:sldId id="271" r:id="rId7"/>
    <p:sldId id="273" r:id="rId8"/>
    <p:sldId id="274" r:id="rId9"/>
    <p:sldId id="272" r:id="rId10"/>
    <p:sldId id="267" r:id="rId11"/>
    <p:sldId id="275" r:id="rId12"/>
    <p:sldId id="263" r:id="rId13"/>
    <p:sldId id="265" r:id="rId14"/>
    <p:sldId id="266" r:id="rId15"/>
    <p:sldId id="276" r:id="rId16"/>
    <p:sldId id="277" r:id="rId17"/>
    <p:sldId id="278" r:id="rId18"/>
    <p:sldId id="281" r:id="rId19"/>
    <p:sldId id="282" r:id="rId20"/>
    <p:sldId id="284" r:id="rId21"/>
    <p:sldId id="269" r:id="rId22"/>
    <p:sldId id="283"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5707" autoAdjust="0"/>
  </p:normalViewPr>
  <p:slideViewPr>
    <p:cSldViewPr snapToGrid="0">
      <p:cViewPr varScale="1">
        <p:scale>
          <a:sx n="104" d="100"/>
          <a:sy n="104" d="100"/>
        </p:scale>
        <p:origin x="896" y="19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v6460" userId="fceba825-e097-4011-bff0-9a2e7e3a3867" providerId="ADAL" clId="{C0CFF744-A96B-9A49-92CD-BBB4E45588CC}"/>
    <pc:docChg chg="custSel addSld delSld modSld">
      <pc:chgData name="prv6460" userId="fceba825-e097-4011-bff0-9a2e7e3a3867" providerId="ADAL" clId="{C0CFF744-A96B-9A49-92CD-BBB4E45588CC}" dt="2024-06-25T06:58:54.265" v="102" actId="20577"/>
      <pc:docMkLst>
        <pc:docMk/>
      </pc:docMkLst>
      <pc:sldChg chg="modSp mod">
        <pc:chgData name="prv6460" userId="fceba825-e097-4011-bff0-9a2e7e3a3867" providerId="ADAL" clId="{C0CFF744-A96B-9A49-92CD-BBB4E45588CC}" dt="2024-06-25T06:58:54.265" v="102" actId="20577"/>
        <pc:sldMkLst>
          <pc:docMk/>
          <pc:sldMk cId="0" sldId="256"/>
        </pc:sldMkLst>
        <pc:spChg chg="mod">
          <ac:chgData name="prv6460" userId="fceba825-e097-4011-bff0-9a2e7e3a3867" providerId="ADAL" clId="{C0CFF744-A96B-9A49-92CD-BBB4E45588CC}" dt="2024-06-25T06:58:54.265" v="102" actId="20577"/>
          <ac:spMkLst>
            <pc:docMk/>
            <pc:sldMk cId="0" sldId="256"/>
            <ac:spMk id="143" creationId="{00000000-0000-0000-0000-000000000000}"/>
          </ac:spMkLst>
        </pc:spChg>
      </pc:sldChg>
      <pc:sldChg chg="modSp mod">
        <pc:chgData name="prv6460" userId="fceba825-e097-4011-bff0-9a2e7e3a3867" providerId="ADAL" clId="{C0CFF744-A96B-9A49-92CD-BBB4E45588CC}" dt="2024-06-25T06:56:36.905" v="76" actId="20577"/>
        <pc:sldMkLst>
          <pc:docMk/>
          <pc:sldMk cId="637336078" sldId="262"/>
        </pc:sldMkLst>
        <pc:spChg chg="mod">
          <ac:chgData name="prv6460" userId="fceba825-e097-4011-bff0-9a2e7e3a3867" providerId="ADAL" clId="{C0CFF744-A96B-9A49-92CD-BBB4E45588CC}" dt="2024-06-25T06:56:36.905" v="76" actId="20577"/>
          <ac:spMkLst>
            <pc:docMk/>
            <pc:sldMk cId="637336078" sldId="262"/>
            <ac:spMk id="2" creationId="{83803100-58D4-34B1-7C54-C329FAD530D6}"/>
          </ac:spMkLst>
        </pc:spChg>
      </pc:sldChg>
      <pc:sldChg chg="modSp mod">
        <pc:chgData name="prv6460" userId="fceba825-e097-4011-bff0-9a2e7e3a3867" providerId="ADAL" clId="{C0CFF744-A96B-9A49-92CD-BBB4E45588CC}" dt="2024-06-25T06:57:11.382" v="82" actId="27636"/>
        <pc:sldMkLst>
          <pc:docMk/>
          <pc:sldMk cId="3224669539" sldId="263"/>
        </pc:sldMkLst>
        <pc:spChg chg="mod">
          <ac:chgData name="prv6460" userId="fceba825-e097-4011-bff0-9a2e7e3a3867" providerId="ADAL" clId="{C0CFF744-A96B-9A49-92CD-BBB4E45588CC}" dt="2024-06-25T06:57:11.382" v="82" actId="27636"/>
          <ac:spMkLst>
            <pc:docMk/>
            <pc:sldMk cId="3224669539" sldId="263"/>
            <ac:spMk id="2" creationId="{652238EE-F624-762F-6145-1E296C77083C}"/>
          </ac:spMkLst>
        </pc:spChg>
      </pc:sldChg>
      <pc:sldChg chg="del">
        <pc:chgData name="prv6460" userId="fceba825-e097-4011-bff0-9a2e7e3a3867" providerId="ADAL" clId="{C0CFF744-A96B-9A49-92CD-BBB4E45588CC}" dt="2024-06-25T06:57:06.918" v="80" actId="2696"/>
        <pc:sldMkLst>
          <pc:docMk/>
          <pc:sldMk cId="3511385829" sldId="264"/>
        </pc:sldMkLst>
      </pc:sldChg>
      <pc:sldChg chg="modSp mod">
        <pc:chgData name="prv6460" userId="fceba825-e097-4011-bff0-9a2e7e3a3867" providerId="ADAL" clId="{C0CFF744-A96B-9A49-92CD-BBB4E45588CC}" dt="2024-06-24T07:35:56.252" v="19" actId="123"/>
        <pc:sldMkLst>
          <pc:docMk/>
          <pc:sldMk cId="3979406045" sldId="265"/>
        </pc:sldMkLst>
        <pc:spChg chg="mod">
          <ac:chgData name="prv6460" userId="fceba825-e097-4011-bff0-9a2e7e3a3867" providerId="ADAL" clId="{C0CFF744-A96B-9A49-92CD-BBB4E45588CC}" dt="2024-06-24T07:35:56.252" v="19" actId="123"/>
          <ac:spMkLst>
            <pc:docMk/>
            <pc:sldMk cId="3979406045" sldId="265"/>
            <ac:spMk id="6" creationId="{E2A5304C-399A-75EB-CB8C-BEDEF0516876}"/>
          </ac:spMkLst>
        </pc:spChg>
      </pc:sldChg>
      <pc:sldChg chg="modSp mod">
        <pc:chgData name="prv6460" userId="fceba825-e097-4011-bff0-9a2e7e3a3867" providerId="ADAL" clId="{C0CFF744-A96B-9A49-92CD-BBB4E45588CC}" dt="2024-06-24T07:35:43.766" v="18" actId="123"/>
        <pc:sldMkLst>
          <pc:docMk/>
          <pc:sldMk cId="2114373171" sldId="266"/>
        </pc:sldMkLst>
        <pc:spChg chg="mod">
          <ac:chgData name="prv6460" userId="fceba825-e097-4011-bff0-9a2e7e3a3867" providerId="ADAL" clId="{C0CFF744-A96B-9A49-92CD-BBB4E45588CC}" dt="2024-06-24T07:35:43.766" v="18" actId="123"/>
          <ac:spMkLst>
            <pc:docMk/>
            <pc:sldMk cId="2114373171" sldId="266"/>
            <ac:spMk id="2" creationId="{F812A3CE-76C8-56FC-6E31-F54271BBC674}"/>
          </ac:spMkLst>
        </pc:spChg>
      </pc:sldChg>
      <pc:sldChg chg="modSp mod">
        <pc:chgData name="prv6460" userId="fceba825-e097-4011-bff0-9a2e7e3a3867" providerId="ADAL" clId="{C0CFF744-A96B-9A49-92CD-BBB4E45588CC}" dt="2024-06-25T06:56:24.008" v="60" actId="20577"/>
        <pc:sldMkLst>
          <pc:docMk/>
          <pc:sldMk cId="69474715" sldId="269"/>
        </pc:sldMkLst>
        <pc:spChg chg="mod">
          <ac:chgData name="prv6460" userId="fceba825-e097-4011-bff0-9a2e7e3a3867" providerId="ADAL" clId="{C0CFF744-A96B-9A49-92CD-BBB4E45588CC}" dt="2024-06-25T06:43:46.587" v="46" actId="20577"/>
          <ac:spMkLst>
            <pc:docMk/>
            <pc:sldMk cId="69474715" sldId="269"/>
            <ac:spMk id="2" creationId="{BB612008-AC13-2007-4CC2-FA1468C433B6}"/>
          </ac:spMkLst>
        </pc:spChg>
        <pc:spChg chg="mod">
          <ac:chgData name="prv6460" userId="fceba825-e097-4011-bff0-9a2e7e3a3867" providerId="ADAL" clId="{C0CFF744-A96B-9A49-92CD-BBB4E45588CC}" dt="2024-06-25T06:56:24.008" v="60" actId="20577"/>
          <ac:spMkLst>
            <pc:docMk/>
            <pc:sldMk cId="69474715" sldId="269"/>
            <ac:spMk id="3" creationId="{E039F106-0863-1BC3-BDE2-CE7CEF0201D1}"/>
          </ac:spMkLst>
        </pc:spChg>
      </pc:sldChg>
      <pc:sldChg chg="modSp mod">
        <pc:chgData name="prv6460" userId="fceba825-e097-4011-bff0-9a2e7e3a3867" providerId="ADAL" clId="{C0CFF744-A96B-9A49-92CD-BBB4E45588CC}" dt="2024-06-24T07:39:23.131" v="45" actId="20577"/>
        <pc:sldMkLst>
          <pc:docMk/>
          <pc:sldMk cId="3734051226" sldId="271"/>
        </pc:sldMkLst>
        <pc:spChg chg="mod">
          <ac:chgData name="prv6460" userId="fceba825-e097-4011-bff0-9a2e7e3a3867" providerId="ADAL" clId="{C0CFF744-A96B-9A49-92CD-BBB4E45588CC}" dt="2024-06-24T07:39:23.131" v="45" actId="20577"/>
          <ac:spMkLst>
            <pc:docMk/>
            <pc:sldMk cId="3734051226" sldId="271"/>
            <ac:spMk id="3" creationId="{B119F228-0070-08A2-6427-8D7887EB7B4F}"/>
          </ac:spMkLst>
        </pc:spChg>
        <pc:picChg chg="mod modCrop">
          <ac:chgData name="prv6460" userId="fceba825-e097-4011-bff0-9a2e7e3a3867" providerId="ADAL" clId="{C0CFF744-A96B-9A49-92CD-BBB4E45588CC}" dt="2024-06-24T07:39:02.185" v="31" actId="732"/>
          <ac:picMkLst>
            <pc:docMk/>
            <pc:sldMk cId="3734051226" sldId="271"/>
            <ac:picMk id="6" creationId="{9FD5EB04-2583-8D9C-BF8C-B49C6017C378}"/>
          </ac:picMkLst>
        </pc:picChg>
      </pc:sldChg>
      <pc:sldChg chg="modSp mod">
        <pc:chgData name="prv6460" userId="fceba825-e097-4011-bff0-9a2e7e3a3867" providerId="ADAL" clId="{C0CFF744-A96B-9A49-92CD-BBB4E45588CC}" dt="2024-06-24T07:36:29.918" v="20" actId="123"/>
        <pc:sldMkLst>
          <pc:docMk/>
          <pc:sldMk cId="2261241311" sldId="273"/>
        </pc:sldMkLst>
        <pc:spChg chg="mod">
          <ac:chgData name="prv6460" userId="fceba825-e097-4011-bff0-9a2e7e3a3867" providerId="ADAL" clId="{C0CFF744-A96B-9A49-92CD-BBB4E45588CC}" dt="2024-06-24T07:36:29.918" v="20" actId="123"/>
          <ac:spMkLst>
            <pc:docMk/>
            <pc:sldMk cId="2261241311" sldId="273"/>
            <ac:spMk id="2" creationId="{7D5A25FE-226A-96B7-18DB-1BE03F347A63}"/>
          </ac:spMkLst>
        </pc:spChg>
      </pc:sldChg>
      <pc:sldChg chg="modSp mod">
        <pc:chgData name="prv6460" userId="fceba825-e097-4011-bff0-9a2e7e3a3867" providerId="ADAL" clId="{C0CFF744-A96B-9A49-92CD-BBB4E45588CC}" dt="2024-06-24T07:36:35.624" v="21" actId="123"/>
        <pc:sldMkLst>
          <pc:docMk/>
          <pc:sldMk cId="1522805972" sldId="274"/>
        </pc:sldMkLst>
        <pc:spChg chg="mod">
          <ac:chgData name="prv6460" userId="fceba825-e097-4011-bff0-9a2e7e3a3867" providerId="ADAL" clId="{C0CFF744-A96B-9A49-92CD-BBB4E45588CC}" dt="2024-06-24T07:36:35.624" v="21" actId="123"/>
          <ac:spMkLst>
            <pc:docMk/>
            <pc:sldMk cId="1522805972" sldId="274"/>
            <ac:spMk id="2" creationId="{B485413A-0856-02A7-00D7-08CEA7E9FBD6}"/>
          </ac:spMkLst>
        </pc:spChg>
      </pc:sldChg>
      <pc:sldChg chg="modSp mod">
        <pc:chgData name="prv6460" userId="fceba825-e097-4011-bff0-9a2e7e3a3867" providerId="ADAL" clId="{C0CFF744-A96B-9A49-92CD-BBB4E45588CC}" dt="2024-06-24T07:36:41.822" v="22" actId="123"/>
        <pc:sldMkLst>
          <pc:docMk/>
          <pc:sldMk cId="759177683" sldId="275"/>
        </pc:sldMkLst>
        <pc:spChg chg="mod">
          <ac:chgData name="prv6460" userId="fceba825-e097-4011-bff0-9a2e7e3a3867" providerId="ADAL" clId="{C0CFF744-A96B-9A49-92CD-BBB4E45588CC}" dt="2024-06-24T07:36:41.822" v="22" actId="123"/>
          <ac:spMkLst>
            <pc:docMk/>
            <pc:sldMk cId="759177683" sldId="275"/>
            <ac:spMk id="2" creationId="{6AA508CF-F62B-E781-87B5-7E98720916CE}"/>
          </ac:spMkLst>
        </pc:spChg>
      </pc:sldChg>
      <pc:sldChg chg="modSp mod">
        <pc:chgData name="prv6460" userId="fceba825-e097-4011-bff0-9a2e7e3a3867" providerId="ADAL" clId="{C0CFF744-A96B-9A49-92CD-BBB4E45588CC}" dt="2024-06-24T07:35:38.651" v="17" actId="123"/>
        <pc:sldMkLst>
          <pc:docMk/>
          <pc:sldMk cId="2692262122" sldId="276"/>
        </pc:sldMkLst>
        <pc:spChg chg="mod">
          <ac:chgData name="prv6460" userId="fceba825-e097-4011-bff0-9a2e7e3a3867" providerId="ADAL" clId="{C0CFF744-A96B-9A49-92CD-BBB4E45588CC}" dt="2024-06-24T07:35:38.651" v="17" actId="123"/>
          <ac:spMkLst>
            <pc:docMk/>
            <pc:sldMk cId="2692262122" sldId="276"/>
            <ac:spMk id="2" creationId="{EA56DCBC-A745-9921-00BF-CFF0536C0DCC}"/>
          </ac:spMkLst>
        </pc:spChg>
      </pc:sldChg>
      <pc:sldChg chg="modSp mod">
        <pc:chgData name="prv6460" userId="fceba825-e097-4011-bff0-9a2e7e3a3867" providerId="ADAL" clId="{C0CFF744-A96B-9A49-92CD-BBB4E45588CC}" dt="2024-06-24T07:37:16.020" v="28" actId="14100"/>
        <pc:sldMkLst>
          <pc:docMk/>
          <pc:sldMk cId="99246059" sldId="282"/>
        </pc:sldMkLst>
        <pc:spChg chg="mod">
          <ac:chgData name="prv6460" userId="fceba825-e097-4011-bff0-9a2e7e3a3867" providerId="ADAL" clId="{C0CFF744-A96B-9A49-92CD-BBB4E45588CC}" dt="2024-06-24T07:37:16.020" v="28" actId="14100"/>
          <ac:spMkLst>
            <pc:docMk/>
            <pc:sldMk cId="99246059" sldId="282"/>
            <ac:spMk id="2" creationId="{8D495FFC-8AB7-422E-199F-708EDDD4722A}"/>
          </ac:spMkLst>
        </pc:spChg>
      </pc:sldChg>
      <pc:sldChg chg="modSp new mod">
        <pc:chgData name="prv6460" userId="fceba825-e097-4011-bff0-9a2e7e3a3867" providerId="ADAL" clId="{C0CFF744-A96B-9A49-92CD-BBB4E45588CC}" dt="2024-06-25T06:51:32.847" v="48" actId="27636"/>
        <pc:sldMkLst>
          <pc:docMk/>
          <pc:sldMk cId="1776362008" sldId="284"/>
        </pc:sldMkLst>
        <pc:spChg chg="mod">
          <ac:chgData name="prv6460" userId="fceba825-e097-4011-bff0-9a2e7e3a3867" providerId="ADAL" clId="{C0CFF744-A96B-9A49-92CD-BBB4E45588CC}" dt="2024-06-24T07:37:03.703" v="24"/>
          <ac:spMkLst>
            <pc:docMk/>
            <pc:sldMk cId="1776362008" sldId="284"/>
            <ac:spMk id="2" creationId="{C3C16ED4-3C5A-0E32-77BA-08506E0486D1}"/>
          </ac:spMkLst>
        </pc:spChg>
        <pc:spChg chg="mod">
          <ac:chgData name="prv6460" userId="fceba825-e097-4011-bff0-9a2e7e3a3867" providerId="ADAL" clId="{C0CFF744-A96B-9A49-92CD-BBB4E45588CC}" dt="2024-06-25T06:51:32.847" v="48" actId="27636"/>
          <ac:spMkLst>
            <pc:docMk/>
            <pc:sldMk cId="1776362008" sldId="284"/>
            <ac:spMk id="3" creationId="{99C90647-6E48-F455-DCB8-8CF399C7160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0" name="Shape 140"/>
          <p:cNvSpPr>
            <a:spLocks noGrp="1" noRot="1" noChangeAspect="1"/>
          </p:cNvSpPr>
          <p:nvPr>
            <p:ph type="sldImg"/>
          </p:nvPr>
        </p:nvSpPr>
        <p:spPr>
          <a:xfrm>
            <a:off x="1143000" y="685800"/>
            <a:ext cx="4572000" cy="3429000"/>
          </a:xfrm>
          <a:prstGeom prst="rect">
            <a:avLst/>
          </a:prstGeom>
        </p:spPr>
        <p:txBody>
          <a:bodyPr/>
          <a:lstStyle/>
          <a:p>
            <a:endParaRPr/>
          </a:p>
        </p:txBody>
      </p:sp>
      <p:sp>
        <p:nvSpPr>
          <p:cNvPr id="141" name="Shape 14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06375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40794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elfolie">
    <p:bg>
      <p:bgPr>
        <a:blipFill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14" name="Grafik 5" descr="Grafik 5"/>
          <p:cNvPicPr>
            <a:picLocks noChangeAspect="1"/>
          </p:cNvPicPr>
          <p:nvPr/>
        </p:nvPicPr>
        <p:blipFill>
          <a:blip r:embed="rId3"/>
          <a:stretch>
            <a:fillRect/>
          </a:stretch>
        </p:blipFill>
        <p:spPr>
          <a:xfrm>
            <a:off x="8756715" y="719998"/>
            <a:ext cx="2706002" cy="1188003"/>
          </a:xfrm>
          <a:prstGeom prst="rect">
            <a:avLst/>
          </a:prstGeom>
          <a:ln w="12700">
            <a:miter lim="400000"/>
          </a:ln>
        </p:spPr>
      </p:pic>
      <p:pic>
        <p:nvPicPr>
          <p:cNvPr id="15" name="Bildplatzhalter 11" descr="Bildplatzhalter 11"/>
          <p:cNvPicPr>
            <a:picLocks noChangeAspect="1"/>
          </p:cNvPicPr>
          <p:nvPr/>
        </p:nvPicPr>
        <p:blipFill>
          <a:blip r:embed="rId4"/>
          <a:srcRect t="16455" r="984"/>
          <a:stretch>
            <a:fillRect/>
          </a:stretch>
        </p:blipFill>
        <p:spPr>
          <a:xfrm>
            <a:off x="-2" y="-2"/>
            <a:ext cx="12192004" cy="6858002"/>
          </a:xfrm>
          <a:prstGeom prst="rect">
            <a:avLst/>
          </a:prstGeom>
          <a:ln w="12700">
            <a:miter lim="400000"/>
          </a:ln>
        </p:spPr>
      </p:pic>
      <p:pic>
        <p:nvPicPr>
          <p:cNvPr id="16" name="Grafik 13" descr="Grafik 13"/>
          <p:cNvPicPr>
            <a:picLocks noChangeAspect="1"/>
          </p:cNvPicPr>
          <p:nvPr/>
        </p:nvPicPr>
        <p:blipFill>
          <a:blip r:embed="rId5"/>
          <a:stretch>
            <a:fillRect/>
          </a:stretch>
        </p:blipFill>
        <p:spPr>
          <a:xfrm>
            <a:off x="5157294" y="0"/>
            <a:ext cx="7034707" cy="6858000"/>
          </a:xfrm>
          <a:prstGeom prst="rect">
            <a:avLst/>
          </a:prstGeom>
          <a:ln w="12700">
            <a:miter lim="400000"/>
          </a:ln>
        </p:spPr>
      </p:pic>
      <p:pic>
        <p:nvPicPr>
          <p:cNvPr id="17" name="Grafik 7" descr="Grafik 7"/>
          <p:cNvPicPr>
            <a:picLocks noChangeAspect="1"/>
          </p:cNvPicPr>
          <p:nvPr/>
        </p:nvPicPr>
        <p:blipFill>
          <a:blip r:embed="rId6"/>
          <a:stretch>
            <a:fillRect/>
          </a:stretch>
        </p:blipFill>
        <p:spPr>
          <a:xfrm>
            <a:off x="8239027" y="639550"/>
            <a:ext cx="3284610" cy="1693673"/>
          </a:xfrm>
          <a:prstGeom prst="rect">
            <a:avLst/>
          </a:prstGeom>
          <a:ln w="12700">
            <a:miter lim="400000"/>
          </a:ln>
        </p:spPr>
      </p:pic>
      <p:sp>
        <p:nvSpPr>
          <p:cNvPr id="18" name="Body Level One…"/>
          <p:cNvSpPr txBox="1">
            <a:spLocks noGrp="1"/>
          </p:cNvSpPr>
          <p:nvPr>
            <p:ph type="body" sz="quarter" idx="1" hasCustomPrompt="1"/>
          </p:nvPr>
        </p:nvSpPr>
        <p:spPr>
          <a:xfrm>
            <a:off x="6096000" y="3372106"/>
            <a:ext cx="5368925" cy="1654775"/>
          </a:xfrm>
          <a:prstGeom prst="rect">
            <a:avLst/>
          </a:prstGeom>
        </p:spPr>
        <p:txBody>
          <a:bodyPr/>
          <a:lstStyle>
            <a:lvl1pPr marL="0" indent="0" algn="r">
              <a:lnSpc>
                <a:spcPct val="80000"/>
              </a:lnSpc>
              <a:spcBef>
                <a:spcPts val="1000"/>
              </a:spcBef>
              <a:buSzTx/>
              <a:buNone/>
              <a:defRPr sz="3600" i="1">
                <a:solidFill>
                  <a:srgbClr val="00599C"/>
                </a:solidFill>
                <a:latin typeface="Arial"/>
                <a:ea typeface="Arial"/>
                <a:cs typeface="Arial"/>
                <a:sym typeface="Arial"/>
              </a:defRPr>
            </a:lvl1pPr>
            <a:lvl2pPr marL="0" indent="0" algn="r">
              <a:lnSpc>
                <a:spcPct val="80000"/>
              </a:lnSpc>
              <a:spcBef>
                <a:spcPts val="1000"/>
              </a:spcBef>
              <a:buSzTx/>
              <a:buNone/>
              <a:defRPr sz="3600" i="1">
                <a:solidFill>
                  <a:srgbClr val="00599C"/>
                </a:solidFill>
                <a:latin typeface="Arial"/>
                <a:ea typeface="Arial"/>
                <a:cs typeface="Arial"/>
                <a:sym typeface="Arial"/>
              </a:defRPr>
            </a:lvl2pPr>
            <a:lvl3pPr marL="0" algn="r">
              <a:lnSpc>
                <a:spcPct val="80000"/>
              </a:lnSpc>
              <a:spcBef>
                <a:spcPts val="1000"/>
              </a:spcBef>
              <a:buSzTx/>
              <a:buNone/>
              <a:defRPr sz="3600" i="1">
                <a:solidFill>
                  <a:srgbClr val="00599C"/>
                </a:solidFill>
                <a:latin typeface="Arial"/>
                <a:ea typeface="Arial"/>
                <a:cs typeface="Arial"/>
                <a:sym typeface="Arial"/>
              </a:defRPr>
            </a:lvl3pPr>
            <a:lvl4pPr marL="0" algn="r">
              <a:lnSpc>
                <a:spcPct val="80000"/>
              </a:lnSpc>
              <a:spcBef>
                <a:spcPts val="1000"/>
              </a:spcBef>
              <a:buSzTx/>
              <a:buNone/>
              <a:defRPr sz="3600" i="1">
                <a:solidFill>
                  <a:srgbClr val="00599C"/>
                </a:solidFill>
                <a:latin typeface="Arial"/>
                <a:ea typeface="Arial"/>
                <a:cs typeface="Arial"/>
                <a:sym typeface="Arial"/>
              </a:defRPr>
            </a:lvl4pPr>
            <a:lvl5pPr marL="0" algn="r">
              <a:lnSpc>
                <a:spcPct val="80000"/>
              </a:lnSpc>
              <a:spcBef>
                <a:spcPts val="1000"/>
              </a:spcBef>
              <a:buSzTx/>
              <a:buNone/>
              <a:defRPr sz="3600" i="1">
                <a:solidFill>
                  <a:srgbClr val="00599C"/>
                </a:solidFill>
                <a:latin typeface="Arial"/>
                <a:ea typeface="Arial"/>
                <a:cs typeface="Arial"/>
                <a:sym typeface="Arial"/>
              </a:defRPr>
            </a:lvl5pPr>
          </a:lstStyle>
          <a:p>
            <a:r>
              <a:rPr lang="de-DE" dirty="0"/>
              <a:t>My Topic</a:t>
            </a:r>
            <a:endParaRPr dirty="0"/>
          </a:p>
          <a:p>
            <a:pPr lvl="1"/>
            <a:endParaRPr dirty="0"/>
          </a:p>
          <a:p>
            <a:pPr lvl="2"/>
            <a:endParaRPr dirty="0"/>
          </a:p>
          <a:p>
            <a:pPr lvl="3"/>
            <a:endParaRPr dirty="0"/>
          </a:p>
          <a:p>
            <a:pPr lvl="4"/>
            <a:endParaRPr dirty="0"/>
          </a:p>
        </p:txBody>
      </p:sp>
      <p:sp>
        <p:nvSpPr>
          <p:cNvPr id="19" name="Textplatzhalter 16"/>
          <p:cNvSpPr>
            <a:spLocks noGrp="1"/>
          </p:cNvSpPr>
          <p:nvPr>
            <p:ph type="body" sz="quarter" idx="21" hasCustomPrompt="1"/>
          </p:nvPr>
        </p:nvSpPr>
        <p:spPr>
          <a:xfrm>
            <a:off x="6096000" y="5160962"/>
            <a:ext cx="5368925" cy="552452"/>
          </a:xfrm>
          <a:prstGeom prst="rect">
            <a:avLst/>
          </a:prstGeom>
        </p:spPr>
        <p:txBody>
          <a:bodyPr/>
          <a:lstStyle>
            <a:lvl1pPr marL="0" indent="0" algn="r">
              <a:lnSpc>
                <a:spcPct val="90000"/>
              </a:lnSpc>
              <a:spcBef>
                <a:spcPts val="1000"/>
              </a:spcBef>
              <a:buSzTx/>
              <a:buNone/>
              <a:defRPr sz="1600" b="1" i="1">
                <a:solidFill>
                  <a:srgbClr val="575756"/>
                </a:solidFill>
                <a:latin typeface="Arial"/>
                <a:ea typeface="Arial"/>
                <a:cs typeface="Arial"/>
                <a:sym typeface="Arial"/>
              </a:defRPr>
            </a:lvl1pPr>
          </a:lstStyle>
          <a:p>
            <a:r>
              <a:rPr lang="de-DE" dirty="0"/>
              <a:t>Name</a:t>
            </a:r>
            <a:endParaRPr dirty="0"/>
          </a:p>
        </p:txBody>
      </p:sp>
      <p:sp>
        <p:nvSpPr>
          <p:cNvPr id="20" name="Slide Number"/>
          <p:cNvSpPr txBox="1">
            <a:spLocks noGrp="1"/>
          </p:cNvSpPr>
          <p:nvPr>
            <p:ph type="sldNum" sz="quarter" idx="2"/>
          </p:nvPr>
        </p:nvSpPr>
        <p:spPr>
          <a:xfrm>
            <a:off x="8463946" y="6224224"/>
            <a:ext cx="273654" cy="264253"/>
          </a:xfrm>
          <a:prstGeom prst="rect">
            <a:avLst/>
          </a:prstGeom>
        </p:spPr>
        <p:txBody>
          <a:bodyPr lIns="45718" tIns="45718" rIns="45718" bIns="45718" anchor="ctr"/>
          <a:lstStyle>
            <a:lvl1pPr algn="r">
              <a:defRPr sz="1200">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47" name="Title Text"/>
          <p:cNvSpPr txBox="1">
            <a:spLocks noGrp="1"/>
          </p:cNvSpPr>
          <p:nvPr>
            <p:ph type="title"/>
          </p:nvPr>
        </p:nvSpPr>
        <p:spPr>
          <a:xfrm>
            <a:off x="1524000" y="1122362"/>
            <a:ext cx="9144000" cy="2387601"/>
          </a:xfrm>
          <a:prstGeom prst="rect">
            <a:avLst/>
          </a:prstGeom>
        </p:spPr>
        <p:txBody>
          <a:bodyPr lIns="45718" tIns="45718" rIns="45718" bIns="45718" anchor="b"/>
          <a:lstStyle>
            <a:lvl1pPr algn="ctr" defTabSz="914400">
              <a:lnSpc>
                <a:spcPct val="90000"/>
              </a:lnSpc>
              <a:defRPr sz="6000" b="0">
                <a:solidFill>
                  <a:srgbClr val="0000A3"/>
                </a:solidFill>
                <a:latin typeface="Calibri Light"/>
                <a:ea typeface="Calibri Light"/>
                <a:cs typeface="Calibri Light"/>
                <a:sym typeface="Calibri Light"/>
              </a:defRPr>
            </a:lvl1pPr>
          </a:lstStyle>
          <a:p>
            <a:r>
              <a:t>Title Text</a:t>
            </a:r>
          </a:p>
        </p:txBody>
      </p:sp>
      <p:sp>
        <p:nvSpPr>
          <p:cNvPr id="48" name="Body Level One…"/>
          <p:cNvSpPr txBox="1">
            <a:spLocks noGrp="1"/>
          </p:cNvSpPr>
          <p:nvPr>
            <p:ph type="body" sz="quarter" idx="1"/>
          </p:nvPr>
        </p:nvSpPr>
        <p:spPr>
          <a:xfrm>
            <a:off x="1524000" y="3602037"/>
            <a:ext cx="9144000" cy="1655764"/>
          </a:xfrm>
          <a:prstGeom prst="rect">
            <a:avLst/>
          </a:prstGeom>
        </p:spPr>
        <p:txBody>
          <a:bodyPr lIns="45718" tIns="45718" rIns="45718" bIns="45718"/>
          <a:lstStyle>
            <a:lvl1pPr marL="0" indent="0" algn="ctr">
              <a:lnSpc>
                <a:spcPct val="90000"/>
              </a:lnSpc>
              <a:spcBef>
                <a:spcPts val="1000"/>
              </a:spcBef>
              <a:buSzTx/>
              <a:buNone/>
              <a:defRPr sz="2400"/>
            </a:lvl1pPr>
            <a:lvl2pPr marL="0" indent="0" algn="ctr">
              <a:lnSpc>
                <a:spcPct val="90000"/>
              </a:lnSpc>
              <a:spcBef>
                <a:spcPts val="1000"/>
              </a:spcBef>
              <a:buSzTx/>
              <a:buNone/>
              <a:defRPr sz="2400"/>
            </a:lvl2pPr>
            <a:lvl3pPr marL="0" algn="ctr">
              <a:lnSpc>
                <a:spcPct val="90000"/>
              </a:lnSpc>
              <a:spcBef>
                <a:spcPts val="1000"/>
              </a:spcBef>
              <a:buSzTx/>
              <a:buNone/>
              <a:defRPr sz="2400"/>
            </a:lvl3pPr>
            <a:lvl4pPr marL="0" algn="ctr">
              <a:lnSpc>
                <a:spcPct val="90000"/>
              </a:lnSpc>
              <a:spcBef>
                <a:spcPts val="1000"/>
              </a:spcBef>
              <a:buSzTx/>
              <a:buNone/>
              <a:defRPr sz="2400"/>
            </a:lvl4pPr>
            <a:lvl5pPr marL="0" algn="ctr">
              <a:lnSpc>
                <a:spcPct val="90000"/>
              </a:lnSpc>
              <a:spcBef>
                <a:spcPts val="1000"/>
              </a:spcBef>
              <a:buSzTx/>
              <a:buNone/>
              <a:defRPr sz="2400"/>
            </a:lvl5pPr>
          </a:lstStyle>
          <a:p>
            <a:r>
              <a:t>Body Level One</a:t>
            </a:r>
          </a:p>
          <a:p>
            <a:pPr lvl="1"/>
            <a:r>
              <a:t>Body Level Two</a:t>
            </a:r>
          </a:p>
          <a:p>
            <a:pPr lvl="2"/>
            <a:r>
              <a:t>Body Level Three</a:t>
            </a:r>
          </a:p>
          <a:p>
            <a:pPr lvl="3"/>
            <a:r>
              <a:t>Body Level Four</a:t>
            </a:r>
          </a:p>
          <a:p>
            <a:pPr lvl="4"/>
            <a:r>
              <a:t>Body Level Five</a:t>
            </a:r>
          </a:p>
        </p:txBody>
      </p:sp>
      <p:sp>
        <p:nvSpPr>
          <p:cNvPr id="49"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56" name="Body Level One…"/>
          <p:cNvSpPr txBox="1">
            <a:spLocks noGrp="1"/>
          </p:cNvSpPr>
          <p:nvPr>
            <p:ph type="body" idx="1"/>
          </p:nvPr>
        </p:nvSpPr>
        <p:spPr>
          <a:xfrm>
            <a:off x="838200" y="1724025"/>
            <a:ext cx="10515600" cy="4351341"/>
          </a:xfrm>
          <a:prstGeom prst="rect">
            <a:avLst/>
          </a:prstGeom>
        </p:spPr>
        <p:txBody>
          <a:bodyPr lIns="45718" tIns="45718" rIns="45718" bIns="45718"/>
          <a:lstStyle>
            <a:lvl1pPr marL="352425" indent="-222250">
              <a:lnSpc>
                <a:spcPct val="90000"/>
              </a:lnSpc>
              <a:spcBef>
                <a:spcPts val="1000"/>
              </a:spcBef>
              <a:buClr>
                <a:srgbClr val="0000A3"/>
              </a:buClr>
              <a:buSzPct val="100000"/>
              <a:buChar char="▪"/>
              <a:defRPr sz="2800"/>
            </a:lvl1pPr>
            <a:lvl2pPr marL="733953" indent="-270403">
              <a:lnSpc>
                <a:spcPct val="90000"/>
              </a:lnSpc>
              <a:spcBef>
                <a:spcPts val="1000"/>
              </a:spcBef>
              <a:buClr>
                <a:srgbClr val="0000A3"/>
              </a:buClr>
              <a:buSzPct val="100000"/>
              <a:defRPr sz="2800"/>
            </a:lvl2pPr>
            <a:lvl3pPr marL="1234438" indent="-320038">
              <a:lnSpc>
                <a:spcPct val="90000"/>
              </a:lnSpc>
              <a:spcBef>
                <a:spcPts val="1000"/>
              </a:spcBef>
              <a:buClr>
                <a:srgbClr val="0000A3"/>
              </a:buClr>
              <a:buChar char="•"/>
              <a:defRPr sz="2800"/>
            </a:lvl3pPr>
            <a:lvl4pPr marL="1727200" indent="-355600">
              <a:lnSpc>
                <a:spcPct val="90000"/>
              </a:lnSpc>
              <a:spcBef>
                <a:spcPts val="1000"/>
              </a:spcBef>
              <a:buClr>
                <a:srgbClr val="0000A3"/>
              </a:buClr>
              <a:buChar char="•"/>
              <a:defRPr sz="2800"/>
            </a:lvl4pPr>
            <a:lvl5pPr marL="2184400" indent="-355600">
              <a:lnSpc>
                <a:spcPct val="90000"/>
              </a:lnSpc>
              <a:spcBef>
                <a:spcPts val="1000"/>
              </a:spcBef>
              <a:buClr>
                <a:srgbClr val="0000A3"/>
              </a:buClr>
              <a:buChar char="•"/>
              <a:defRPr sz="2800"/>
            </a:lvl5pPr>
          </a:lstStyle>
          <a:p>
            <a:r>
              <a:t>Body Level One</a:t>
            </a:r>
          </a:p>
          <a:p>
            <a:pPr lvl="1"/>
            <a:r>
              <a:t>Body Level Two</a:t>
            </a:r>
          </a:p>
          <a:p>
            <a:pPr lvl="2"/>
            <a:r>
              <a:t>Body Level Three</a:t>
            </a:r>
          </a:p>
          <a:p>
            <a:pPr lvl="3"/>
            <a:r>
              <a:t>Body Level Four</a:t>
            </a:r>
          </a:p>
          <a:p>
            <a:pPr lvl="4"/>
            <a:r>
              <a:t>Body Level Five</a:t>
            </a:r>
          </a:p>
        </p:txBody>
      </p:sp>
      <p:sp>
        <p:nvSpPr>
          <p:cNvPr id="57" name="Title Text"/>
          <p:cNvSpPr txBox="1">
            <a:spLocks noGrp="1"/>
          </p:cNvSpPr>
          <p:nvPr>
            <p:ph type="title"/>
          </p:nvPr>
        </p:nvSpPr>
        <p:spPr>
          <a:xfrm>
            <a:off x="838200" y="451821"/>
            <a:ext cx="10515600" cy="894624"/>
          </a:xfrm>
          <a:prstGeom prst="rect">
            <a:avLst/>
          </a:prstGeom>
        </p:spPr>
        <p:txBody>
          <a:bodyPr lIns="45718" tIns="45718" rIns="45718" bIns="45718"/>
          <a:lstStyle>
            <a:lvl1pPr defTabSz="914400">
              <a:lnSpc>
                <a:spcPct val="90000"/>
              </a:lnSpc>
              <a:defRPr sz="4400" b="0">
                <a:solidFill>
                  <a:srgbClr val="0000A3"/>
                </a:solidFill>
                <a:latin typeface="Calibri Light"/>
                <a:ea typeface="Calibri Light"/>
                <a:cs typeface="Calibri Light"/>
                <a:sym typeface="Calibri Light"/>
              </a:defRPr>
            </a:lvl1pPr>
          </a:lstStyle>
          <a:p>
            <a:r>
              <a:t>Title Text</a:t>
            </a:r>
          </a:p>
        </p:txBody>
      </p:sp>
      <p:sp>
        <p:nvSpPr>
          <p:cNvPr id="58"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65" name="Title Text"/>
          <p:cNvSpPr txBox="1">
            <a:spLocks noGrp="1"/>
          </p:cNvSpPr>
          <p:nvPr>
            <p:ph type="title"/>
          </p:nvPr>
        </p:nvSpPr>
        <p:spPr>
          <a:xfrm>
            <a:off x="838200" y="451821"/>
            <a:ext cx="10515600" cy="894624"/>
          </a:xfrm>
          <a:prstGeom prst="rect">
            <a:avLst/>
          </a:prstGeom>
        </p:spPr>
        <p:txBody>
          <a:bodyPr lIns="45718" tIns="45718" rIns="45718" bIns="45718"/>
          <a:lstStyle>
            <a:lvl1pPr defTabSz="914400">
              <a:lnSpc>
                <a:spcPct val="90000"/>
              </a:lnSpc>
              <a:defRPr sz="4400" b="0">
                <a:solidFill>
                  <a:srgbClr val="0000A3"/>
                </a:solidFill>
                <a:latin typeface="Calibri Light"/>
                <a:ea typeface="Calibri Light"/>
                <a:cs typeface="Calibri Light"/>
                <a:sym typeface="Calibri Light"/>
              </a:defRPr>
            </a:lvl1pPr>
          </a:lstStyle>
          <a:p>
            <a:r>
              <a:t>Title Text</a:t>
            </a:r>
          </a:p>
        </p:txBody>
      </p:sp>
      <p:sp>
        <p:nvSpPr>
          <p:cNvPr id="66" name="Body Level One…"/>
          <p:cNvSpPr txBox="1">
            <a:spLocks noGrp="1"/>
          </p:cNvSpPr>
          <p:nvPr>
            <p:ph type="body" sz="half" idx="1"/>
          </p:nvPr>
        </p:nvSpPr>
        <p:spPr>
          <a:xfrm>
            <a:off x="838200" y="1825625"/>
            <a:ext cx="5181600" cy="4351338"/>
          </a:xfrm>
          <a:prstGeom prst="rect">
            <a:avLst/>
          </a:prstGeom>
        </p:spPr>
        <p:txBody>
          <a:bodyPr lIns="45718" tIns="45718" rIns="45718" bIns="45718"/>
          <a:lstStyle>
            <a:lvl1pPr marL="352425" indent="-222250">
              <a:lnSpc>
                <a:spcPct val="90000"/>
              </a:lnSpc>
              <a:spcBef>
                <a:spcPts val="1000"/>
              </a:spcBef>
              <a:buClr>
                <a:srgbClr val="0000A3"/>
              </a:buClr>
              <a:buSzPct val="100000"/>
              <a:buChar char="▪"/>
              <a:defRPr sz="2800"/>
            </a:lvl1pPr>
            <a:lvl2pPr marL="733953" indent="-270403">
              <a:lnSpc>
                <a:spcPct val="90000"/>
              </a:lnSpc>
              <a:spcBef>
                <a:spcPts val="1000"/>
              </a:spcBef>
              <a:buClr>
                <a:srgbClr val="0000A3"/>
              </a:buClr>
              <a:buSzPct val="100000"/>
              <a:defRPr sz="2800"/>
            </a:lvl2pPr>
            <a:lvl3pPr marL="1234438" indent="-320038">
              <a:lnSpc>
                <a:spcPct val="90000"/>
              </a:lnSpc>
              <a:spcBef>
                <a:spcPts val="1000"/>
              </a:spcBef>
              <a:buClr>
                <a:srgbClr val="0000A3"/>
              </a:buClr>
              <a:buChar char="•"/>
              <a:defRPr sz="2800"/>
            </a:lvl3pPr>
            <a:lvl4pPr marL="1727200" indent="-355600">
              <a:lnSpc>
                <a:spcPct val="90000"/>
              </a:lnSpc>
              <a:spcBef>
                <a:spcPts val="1000"/>
              </a:spcBef>
              <a:buClr>
                <a:srgbClr val="0000A3"/>
              </a:buClr>
              <a:buChar char="•"/>
              <a:defRPr sz="2800"/>
            </a:lvl4pPr>
            <a:lvl5pPr marL="2184400" indent="-355600">
              <a:lnSpc>
                <a:spcPct val="90000"/>
              </a:lnSpc>
              <a:spcBef>
                <a:spcPts val="1000"/>
              </a:spcBef>
              <a:buClr>
                <a:srgbClr val="0000A3"/>
              </a:buClr>
              <a:buChar char="•"/>
              <a:defRPr sz="2800"/>
            </a:lvl5pPr>
          </a:lstStyle>
          <a:p>
            <a:r>
              <a:t>Body Level One</a:t>
            </a:r>
          </a:p>
          <a:p>
            <a:pPr lvl="1"/>
            <a:r>
              <a:t>Body Level Two</a:t>
            </a:r>
          </a:p>
          <a:p>
            <a:pPr lvl="2"/>
            <a:r>
              <a:t>Body Level Three</a:t>
            </a:r>
          </a:p>
          <a:p>
            <a:pPr lvl="3"/>
            <a:r>
              <a:t>Body Level Four</a:t>
            </a:r>
          </a:p>
          <a:p>
            <a:pPr lvl="4"/>
            <a:r>
              <a:t>Body Level Five</a:t>
            </a:r>
          </a:p>
        </p:txBody>
      </p:sp>
      <p:sp>
        <p:nvSpPr>
          <p:cNvPr id="67"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74" name="Title Text"/>
          <p:cNvSpPr txBox="1">
            <a:spLocks noGrp="1"/>
          </p:cNvSpPr>
          <p:nvPr>
            <p:ph type="title"/>
          </p:nvPr>
        </p:nvSpPr>
        <p:spPr>
          <a:xfrm>
            <a:off x="838200" y="451821"/>
            <a:ext cx="10515600" cy="894624"/>
          </a:xfrm>
          <a:prstGeom prst="rect">
            <a:avLst/>
          </a:prstGeom>
        </p:spPr>
        <p:txBody>
          <a:bodyPr lIns="45718" tIns="45718" rIns="45718" bIns="45718"/>
          <a:lstStyle>
            <a:lvl1pPr defTabSz="914400">
              <a:lnSpc>
                <a:spcPct val="90000"/>
              </a:lnSpc>
              <a:defRPr sz="4400" b="0">
                <a:solidFill>
                  <a:srgbClr val="0000A3"/>
                </a:solidFill>
                <a:latin typeface="Calibri Light"/>
                <a:ea typeface="Calibri Light"/>
                <a:cs typeface="Calibri Light"/>
                <a:sym typeface="Calibri Light"/>
              </a:defRPr>
            </a:lvl1pPr>
          </a:lstStyle>
          <a:p>
            <a:r>
              <a:t>Title Text</a:t>
            </a:r>
          </a:p>
        </p:txBody>
      </p:sp>
      <p:sp>
        <p:nvSpPr>
          <p:cNvPr id="75"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524000" y="1122362"/>
            <a:ext cx="9144000" cy="2387601"/>
          </a:xfrm>
          <a:prstGeom prst="rect">
            <a:avLst/>
          </a:prstGeom>
        </p:spPr>
        <p:txBody>
          <a:bodyPr lIns="45718" tIns="45718" rIns="45718" bIns="45718" anchor="b"/>
          <a:lstStyle>
            <a:lvl1pPr algn="ctr" defTabSz="914400">
              <a:lnSpc>
                <a:spcPct val="90000"/>
              </a:lnSpc>
              <a:defRPr sz="6000">
                <a:solidFill>
                  <a:srgbClr val="0000A3"/>
                </a:solidFill>
                <a:latin typeface="+mj-lt"/>
                <a:ea typeface="+mj-ea"/>
                <a:cs typeface="+mj-cs"/>
                <a:sym typeface="Calibri"/>
              </a:defRPr>
            </a:lvl1pPr>
          </a:lstStyle>
          <a:p>
            <a:r>
              <a:t>Title Text</a:t>
            </a:r>
          </a:p>
        </p:txBody>
      </p:sp>
      <p:sp>
        <p:nvSpPr>
          <p:cNvPr id="83" name="Body Level One…"/>
          <p:cNvSpPr txBox="1">
            <a:spLocks noGrp="1"/>
          </p:cNvSpPr>
          <p:nvPr>
            <p:ph type="body" sz="quarter" idx="1"/>
          </p:nvPr>
        </p:nvSpPr>
        <p:spPr>
          <a:xfrm>
            <a:off x="1524000" y="3602037"/>
            <a:ext cx="9144000" cy="1655764"/>
          </a:xfrm>
          <a:prstGeom prst="rect">
            <a:avLst/>
          </a:prstGeom>
        </p:spPr>
        <p:txBody>
          <a:bodyPr lIns="45718" tIns="45718" rIns="45718" bIns="45718"/>
          <a:lstStyle>
            <a:lvl1pPr marL="0" indent="0" algn="ctr">
              <a:lnSpc>
                <a:spcPct val="90000"/>
              </a:lnSpc>
              <a:spcBef>
                <a:spcPts val="1000"/>
              </a:spcBef>
              <a:buSzTx/>
              <a:buNone/>
              <a:defRPr sz="2400"/>
            </a:lvl1pPr>
            <a:lvl2pPr marL="0" indent="0" algn="ctr">
              <a:lnSpc>
                <a:spcPct val="90000"/>
              </a:lnSpc>
              <a:spcBef>
                <a:spcPts val="1000"/>
              </a:spcBef>
              <a:buSzTx/>
              <a:buNone/>
              <a:defRPr sz="2400"/>
            </a:lvl2pPr>
            <a:lvl3pPr marL="0" algn="ctr">
              <a:lnSpc>
                <a:spcPct val="90000"/>
              </a:lnSpc>
              <a:spcBef>
                <a:spcPts val="1000"/>
              </a:spcBef>
              <a:buSzTx/>
              <a:buNone/>
              <a:defRPr sz="2400"/>
            </a:lvl3pPr>
            <a:lvl4pPr marL="0" algn="ctr">
              <a:lnSpc>
                <a:spcPct val="90000"/>
              </a:lnSpc>
              <a:spcBef>
                <a:spcPts val="1000"/>
              </a:spcBef>
              <a:buSzTx/>
              <a:buNone/>
              <a:defRPr sz="2400"/>
            </a:lvl4pPr>
            <a:lvl5pPr marL="0" algn="ctr">
              <a:lnSpc>
                <a:spcPct val="90000"/>
              </a:lnSpc>
              <a:spcBef>
                <a:spcPts val="1000"/>
              </a:spcBef>
              <a:buSzTx/>
              <a:buNone/>
              <a:defRPr sz="2400"/>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91" name="Body Level One…"/>
          <p:cNvSpPr txBox="1">
            <a:spLocks noGrp="1"/>
          </p:cNvSpPr>
          <p:nvPr>
            <p:ph type="body" idx="1"/>
          </p:nvPr>
        </p:nvSpPr>
        <p:spPr>
          <a:xfrm>
            <a:off x="838200" y="1724025"/>
            <a:ext cx="10515600" cy="4351341"/>
          </a:xfrm>
          <a:prstGeom prst="rect">
            <a:avLst/>
          </a:prstGeom>
        </p:spPr>
        <p:txBody>
          <a:bodyPr lIns="45718" tIns="45718" rIns="45718" bIns="45718"/>
          <a:lstStyle>
            <a:lvl1pPr marL="352425" indent="-222250">
              <a:lnSpc>
                <a:spcPct val="90000"/>
              </a:lnSpc>
              <a:spcBef>
                <a:spcPts val="1000"/>
              </a:spcBef>
              <a:buClr>
                <a:srgbClr val="0000A3"/>
              </a:buClr>
              <a:buSzPct val="100000"/>
              <a:buChar char="▪"/>
              <a:defRPr sz="2800"/>
            </a:lvl1pPr>
            <a:lvl2pPr marL="733953" indent="-270403">
              <a:lnSpc>
                <a:spcPct val="90000"/>
              </a:lnSpc>
              <a:spcBef>
                <a:spcPts val="1000"/>
              </a:spcBef>
              <a:buClr>
                <a:srgbClr val="0000A3"/>
              </a:buClr>
              <a:buSzPct val="100000"/>
              <a:defRPr sz="2800"/>
            </a:lvl2pPr>
            <a:lvl3pPr marL="1234438" indent="-320038">
              <a:lnSpc>
                <a:spcPct val="90000"/>
              </a:lnSpc>
              <a:spcBef>
                <a:spcPts val="1000"/>
              </a:spcBef>
              <a:buClr>
                <a:srgbClr val="0000A3"/>
              </a:buClr>
              <a:buChar char="•"/>
              <a:defRPr sz="2800"/>
            </a:lvl3pPr>
            <a:lvl4pPr marL="1727200" indent="-355600">
              <a:lnSpc>
                <a:spcPct val="90000"/>
              </a:lnSpc>
              <a:spcBef>
                <a:spcPts val="1000"/>
              </a:spcBef>
              <a:buClr>
                <a:srgbClr val="0000A3"/>
              </a:buClr>
              <a:buChar char="•"/>
              <a:defRPr sz="2800"/>
            </a:lvl4pPr>
            <a:lvl5pPr marL="2184400" indent="-355600">
              <a:lnSpc>
                <a:spcPct val="90000"/>
              </a:lnSpc>
              <a:spcBef>
                <a:spcPts val="1000"/>
              </a:spcBef>
              <a:buClr>
                <a:srgbClr val="0000A3"/>
              </a:buClr>
              <a:buChar char="•"/>
              <a:defRPr sz="2800"/>
            </a:lvl5pPr>
          </a:lstStyle>
          <a:p>
            <a:r>
              <a:t>Body Level One</a:t>
            </a:r>
          </a:p>
          <a:p>
            <a:pPr lvl="1"/>
            <a:r>
              <a:t>Body Level Two</a:t>
            </a:r>
          </a:p>
          <a:p>
            <a:pPr lvl="2"/>
            <a:r>
              <a:t>Body Level Three</a:t>
            </a:r>
          </a:p>
          <a:p>
            <a:pPr lvl="3"/>
            <a:r>
              <a:t>Body Level Four</a:t>
            </a:r>
          </a:p>
          <a:p>
            <a:pPr lvl="4"/>
            <a:r>
              <a:t>Body Level Five</a:t>
            </a:r>
          </a:p>
        </p:txBody>
      </p:sp>
      <p:sp>
        <p:nvSpPr>
          <p:cNvPr id="92" name="Title Text"/>
          <p:cNvSpPr txBox="1">
            <a:spLocks noGrp="1"/>
          </p:cNvSpPr>
          <p:nvPr>
            <p:ph type="title"/>
          </p:nvPr>
        </p:nvSpPr>
        <p:spPr>
          <a:xfrm>
            <a:off x="838200" y="451821"/>
            <a:ext cx="10515600" cy="894624"/>
          </a:xfrm>
          <a:prstGeom prst="rect">
            <a:avLst/>
          </a:prstGeom>
        </p:spPr>
        <p:txBody>
          <a:bodyPr lIns="45718" tIns="45718" rIns="45718" bIns="45718"/>
          <a:lstStyle>
            <a:lvl1pPr defTabSz="914400">
              <a:lnSpc>
                <a:spcPct val="90000"/>
              </a:lnSpc>
              <a:defRPr sz="4400" b="0">
                <a:solidFill>
                  <a:srgbClr val="0000A3"/>
                </a:solidFill>
                <a:latin typeface="Calibri Light"/>
                <a:ea typeface="Calibri Light"/>
                <a:cs typeface="Calibri Light"/>
                <a:sym typeface="Calibri Light"/>
              </a:defRPr>
            </a:lvl1pPr>
          </a:lstStyle>
          <a:p>
            <a:r>
              <a:t>Title Text</a:t>
            </a:r>
          </a:p>
        </p:txBody>
      </p:sp>
      <p:sp>
        <p:nvSpPr>
          <p:cNvPr id="93"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100" name="Title Text"/>
          <p:cNvSpPr txBox="1">
            <a:spLocks noGrp="1"/>
          </p:cNvSpPr>
          <p:nvPr>
            <p:ph type="title"/>
          </p:nvPr>
        </p:nvSpPr>
        <p:spPr>
          <a:xfrm>
            <a:off x="838200" y="451821"/>
            <a:ext cx="10515600" cy="894624"/>
          </a:xfrm>
          <a:prstGeom prst="rect">
            <a:avLst/>
          </a:prstGeom>
        </p:spPr>
        <p:txBody>
          <a:bodyPr lIns="45718" tIns="45718" rIns="45718" bIns="45718"/>
          <a:lstStyle>
            <a:lvl1pPr defTabSz="914400">
              <a:lnSpc>
                <a:spcPct val="90000"/>
              </a:lnSpc>
              <a:defRPr sz="4400" b="0">
                <a:solidFill>
                  <a:srgbClr val="0000A3"/>
                </a:solidFill>
                <a:latin typeface="Calibri Light"/>
                <a:ea typeface="Calibri Light"/>
                <a:cs typeface="Calibri Light"/>
                <a:sym typeface="Calibri Light"/>
              </a:defRPr>
            </a:lvl1pPr>
          </a:lstStyle>
          <a:p>
            <a:r>
              <a:t>Title Text</a:t>
            </a:r>
          </a:p>
        </p:txBody>
      </p:sp>
      <p:sp>
        <p:nvSpPr>
          <p:cNvPr id="101" name="Body Level One…"/>
          <p:cNvSpPr txBox="1">
            <a:spLocks noGrp="1"/>
          </p:cNvSpPr>
          <p:nvPr>
            <p:ph type="body" sz="half" idx="1"/>
          </p:nvPr>
        </p:nvSpPr>
        <p:spPr>
          <a:xfrm>
            <a:off x="838200" y="1825625"/>
            <a:ext cx="5181600" cy="4351338"/>
          </a:xfrm>
          <a:prstGeom prst="rect">
            <a:avLst/>
          </a:prstGeom>
        </p:spPr>
        <p:txBody>
          <a:bodyPr lIns="45718" tIns="45718" rIns="45718" bIns="45718"/>
          <a:lstStyle>
            <a:lvl1pPr marL="352425" indent="-222250">
              <a:lnSpc>
                <a:spcPct val="90000"/>
              </a:lnSpc>
              <a:spcBef>
                <a:spcPts val="1000"/>
              </a:spcBef>
              <a:buClr>
                <a:srgbClr val="0000A3"/>
              </a:buClr>
              <a:buSzPct val="100000"/>
              <a:buChar char="▪"/>
              <a:defRPr sz="2800"/>
            </a:lvl1pPr>
            <a:lvl2pPr marL="733953" indent="-270403">
              <a:lnSpc>
                <a:spcPct val="90000"/>
              </a:lnSpc>
              <a:spcBef>
                <a:spcPts val="1000"/>
              </a:spcBef>
              <a:buClr>
                <a:srgbClr val="0000A3"/>
              </a:buClr>
              <a:buSzPct val="100000"/>
              <a:defRPr sz="2800"/>
            </a:lvl2pPr>
            <a:lvl3pPr marL="1234438" indent="-320038">
              <a:lnSpc>
                <a:spcPct val="90000"/>
              </a:lnSpc>
              <a:spcBef>
                <a:spcPts val="1000"/>
              </a:spcBef>
              <a:buClr>
                <a:srgbClr val="0000A3"/>
              </a:buClr>
              <a:buChar char="•"/>
              <a:defRPr sz="2800"/>
            </a:lvl3pPr>
            <a:lvl4pPr marL="1727200" indent="-355600">
              <a:lnSpc>
                <a:spcPct val="90000"/>
              </a:lnSpc>
              <a:spcBef>
                <a:spcPts val="1000"/>
              </a:spcBef>
              <a:buClr>
                <a:srgbClr val="0000A3"/>
              </a:buClr>
              <a:buChar char="•"/>
              <a:defRPr sz="2800"/>
            </a:lvl4pPr>
            <a:lvl5pPr marL="2184400" indent="-355600">
              <a:lnSpc>
                <a:spcPct val="90000"/>
              </a:lnSpc>
              <a:spcBef>
                <a:spcPts val="1000"/>
              </a:spcBef>
              <a:buClr>
                <a:srgbClr val="0000A3"/>
              </a:buClr>
              <a:buChar char="•"/>
              <a:defRPr sz="2800"/>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9" name="Title Text"/>
          <p:cNvSpPr txBox="1">
            <a:spLocks noGrp="1"/>
          </p:cNvSpPr>
          <p:nvPr>
            <p:ph type="title"/>
          </p:nvPr>
        </p:nvSpPr>
        <p:spPr>
          <a:xfrm>
            <a:off x="838200" y="451821"/>
            <a:ext cx="10515600" cy="894624"/>
          </a:xfrm>
          <a:prstGeom prst="rect">
            <a:avLst/>
          </a:prstGeom>
        </p:spPr>
        <p:txBody>
          <a:bodyPr lIns="45718" tIns="45718" rIns="45718" bIns="45718"/>
          <a:lstStyle>
            <a:lvl1pPr defTabSz="914400">
              <a:lnSpc>
                <a:spcPct val="90000"/>
              </a:lnSpc>
              <a:defRPr sz="4400" b="0">
                <a:solidFill>
                  <a:srgbClr val="0000A3"/>
                </a:solidFill>
                <a:latin typeface="Calibri Light"/>
                <a:ea typeface="Calibri Light"/>
                <a:cs typeface="Calibri Light"/>
                <a:sym typeface="Calibri Light"/>
              </a:defRPr>
            </a:lvl1pPr>
          </a:lstStyle>
          <a:p>
            <a:r>
              <a:t>Title Text</a:t>
            </a:r>
          </a:p>
        </p:txBody>
      </p:sp>
      <p:sp>
        <p:nvSpPr>
          <p:cNvPr id="110" name="Slide Number"/>
          <p:cNvSpPr txBox="1">
            <a:spLocks noGrp="1"/>
          </p:cNvSpPr>
          <p:nvPr>
            <p:ph type="sldNum" sz="quarter" idx="2"/>
          </p:nvPr>
        </p:nvSpPr>
        <p:spPr>
          <a:xfrm>
            <a:off x="11717069" y="6512798"/>
            <a:ext cx="245749" cy="225707"/>
          </a:xfrm>
          <a:prstGeom prst="rect">
            <a:avLst/>
          </a:prstGeom>
        </p:spPr>
        <p:txBody>
          <a:bodyPr lIns="45718" tIns="45718" rIns="45718" bIns="45718" anchor="ctr"/>
          <a:lstStyle>
            <a:lvl1pPr algn="r">
              <a:defRPr sz="1100">
                <a:solidFill>
                  <a:srgbClr val="808080"/>
                </a:solidFill>
                <a:latin typeface="+mj-lt"/>
                <a:ea typeface="+mj-ea"/>
                <a:cs typeface="+mj-cs"/>
                <a:sym typeface="Calibri"/>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elfolie">
    <p:spTree>
      <p:nvGrpSpPr>
        <p:cNvPr id="1" name=""/>
        <p:cNvGrpSpPr/>
        <p:nvPr/>
      </p:nvGrpSpPr>
      <p:grpSpPr>
        <a:xfrm>
          <a:off x="0" y="0"/>
          <a:ext cx="0" cy="0"/>
          <a:chOff x="0" y="0"/>
          <a:chExt cx="0" cy="0"/>
        </a:xfrm>
      </p:grpSpPr>
      <p:pic>
        <p:nvPicPr>
          <p:cNvPr id="117" name="Bildplatzhalter 11" descr="Bildplatzhalter 11"/>
          <p:cNvPicPr>
            <a:picLocks noChangeAspect="1"/>
          </p:cNvPicPr>
          <p:nvPr/>
        </p:nvPicPr>
        <p:blipFill>
          <a:blip r:embed="rId2"/>
          <a:stretch>
            <a:fillRect/>
          </a:stretch>
        </p:blipFill>
        <p:spPr>
          <a:xfrm>
            <a:off x="1" y="0"/>
            <a:ext cx="12191998" cy="6858000"/>
          </a:xfrm>
          <a:prstGeom prst="rect">
            <a:avLst/>
          </a:prstGeom>
          <a:ln w="12700">
            <a:miter lim="400000"/>
          </a:ln>
        </p:spPr>
      </p:pic>
      <p:pic>
        <p:nvPicPr>
          <p:cNvPr id="118" name="Grafik 13" descr="Grafik 13"/>
          <p:cNvPicPr>
            <a:picLocks noChangeAspect="1"/>
          </p:cNvPicPr>
          <p:nvPr/>
        </p:nvPicPr>
        <p:blipFill>
          <a:blip r:embed="rId3"/>
          <a:stretch>
            <a:fillRect/>
          </a:stretch>
        </p:blipFill>
        <p:spPr>
          <a:xfrm>
            <a:off x="5157294" y="0"/>
            <a:ext cx="7034707" cy="6858000"/>
          </a:xfrm>
          <a:prstGeom prst="rect">
            <a:avLst/>
          </a:prstGeom>
          <a:ln w="12700">
            <a:miter lim="400000"/>
          </a:ln>
        </p:spPr>
      </p:pic>
      <p:pic>
        <p:nvPicPr>
          <p:cNvPr id="119" name="Grafik 5" descr="Grafik 5"/>
          <p:cNvPicPr>
            <a:picLocks noChangeAspect="1"/>
          </p:cNvPicPr>
          <p:nvPr/>
        </p:nvPicPr>
        <p:blipFill>
          <a:blip r:embed="rId4"/>
          <a:stretch>
            <a:fillRect/>
          </a:stretch>
        </p:blipFill>
        <p:spPr>
          <a:xfrm>
            <a:off x="8756715" y="719998"/>
            <a:ext cx="2706002" cy="1188003"/>
          </a:xfrm>
          <a:prstGeom prst="rect">
            <a:avLst/>
          </a:prstGeom>
          <a:ln w="12700">
            <a:miter lim="400000"/>
          </a:ln>
        </p:spPr>
      </p:pic>
      <p:sp>
        <p:nvSpPr>
          <p:cNvPr id="120" name="Body Level One…"/>
          <p:cNvSpPr txBox="1">
            <a:spLocks noGrp="1"/>
          </p:cNvSpPr>
          <p:nvPr>
            <p:ph type="body" sz="quarter" idx="1" hasCustomPrompt="1"/>
          </p:nvPr>
        </p:nvSpPr>
        <p:spPr>
          <a:xfrm>
            <a:off x="6096000" y="3372106"/>
            <a:ext cx="5368925" cy="1654775"/>
          </a:xfrm>
          <a:prstGeom prst="rect">
            <a:avLst/>
          </a:prstGeom>
        </p:spPr>
        <p:txBody>
          <a:bodyPr/>
          <a:lstStyle>
            <a:lvl1pPr marL="0" indent="0" algn="r">
              <a:lnSpc>
                <a:spcPct val="80000"/>
              </a:lnSpc>
              <a:spcBef>
                <a:spcPts val="1000"/>
              </a:spcBef>
              <a:buSzTx/>
              <a:buNone/>
              <a:defRPr sz="3600" i="1">
                <a:solidFill>
                  <a:srgbClr val="00599C"/>
                </a:solidFill>
                <a:latin typeface="Arial"/>
                <a:ea typeface="Arial"/>
                <a:cs typeface="Arial"/>
                <a:sym typeface="Arial"/>
              </a:defRPr>
            </a:lvl1pPr>
            <a:lvl2pPr marL="0" indent="0" algn="r">
              <a:lnSpc>
                <a:spcPct val="80000"/>
              </a:lnSpc>
              <a:spcBef>
                <a:spcPts val="1000"/>
              </a:spcBef>
              <a:buSzTx/>
              <a:buNone/>
              <a:defRPr sz="3600" i="1">
                <a:solidFill>
                  <a:srgbClr val="00599C"/>
                </a:solidFill>
                <a:latin typeface="Arial"/>
                <a:ea typeface="Arial"/>
                <a:cs typeface="Arial"/>
                <a:sym typeface="Arial"/>
              </a:defRPr>
            </a:lvl2pPr>
            <a:lvl3pPr marL="0" algn="r">
              <a:lnSpc>
                <a:spcPct val="80000"/>
              </a:lnSpc>
              <a:spcBef>
                <a:spcPts val="1000"/>
              </a:spcBef>
              <a:buSzTx/>
              <a:buNone/>
              <a:defRPr sz="3600" i="1">
                <a:solidFill>
                  <a:srgbClr val="00599C"/>
                </a:solidFill>
                <a:latin typeface="Arial"/>
                <a:ea typeface="Arial"/>
                <a:cs typeface="Arial"/>
                <a:sym typeface="Arial"/>
              </a:defRPr>
            </a:lvl3pPr>
            <a:lvl4pPr marL="0" algn="r">
              <a:lnSpc>
                <a:spcPct val="80000"/>
              </a:lnSpc>
              <a:spcBef>
                <a:spcPts val="1000"/>
              </a:spcBef>
              <a:buSzTx/>
              <a:buNone/>
              <a:defRPr sz="3600" i="1">
                <a:solidFill>
                  <a:srgbClr val="00599C"/>
                </a:solidFill>
                <a:latin typeface="Arial"/>
                <a:ea typeface="Arial"/>
                <a:cs typeface="Arial"/>
                <a:sym typeface="Arial"/>
              </a:defRPr>
            </a:lvl4pPr>
            <a:lvl5pPr marL="0" algn="r">
              <a:lnSpc>
                <a:spcPct val="80000"/>
              </a:lnSpc>
              <a:spcBef>
                <a:spcPts val="1000"/>
              </a:spcBef>
              <a:buSzTx/>
              <a:buNone/>
              <a:defRPr sz="3600" i="1">
                <a:solidFill>
                  <a:srgbClr val="00599C"/>
                </a:solidFill>
                <a:latin typeface="Arial"/>
                <a:ea typeface="Arial"/>
                <a:cs typeface="Arial"/>
                <a:sym typeface="Arial"/>
              </a:defRPr>
            </a:lvl5pPr>
          </a:lstStyle>
          <a:p>
            <a:r>
              <a:rPr lang="de-DE" dirty="0"/>
              <a:t>My Topic</a:t>
            </a:r>
            <a:endParaRPr dirty="0"/>
          </a:p>
          <a:p>
            <a:pPr lvl="2"/>
            <a:endParaRPr dirty="0"/>
          </a:p>
          <a:p>
            <a:pPr lvl="3"/>
            <a:endParaRPr dirty="0"/>
          </a:p>
          <a:p>
            <a:pPr lvl="4"/>
            <a:endParaRPr dirty="0"/>
          </a:p>
        </p:txBody>
      </p:sp>
      <p:sp>
        <p:nvSpPr>
          <p:cNvPr id="121" name="Textplatzhalter 16"/>
          <p:cNvSpPr>
            <a:spLocks noGrp="1"/>
          </p:cNvSpPr>
          <p:nvPr>
            <p:ph type="body" sz="quarter" idx="21" hasCustomPrompt="1"/>
          </p:nvPr>
        </p:nvSpPr>
        <p:spPr>
          <a:xfrm>
            <a:off x="6096000" y="5160962"/>
            <a:ext cx="5368925" cy="552452"/>
          </a:xfrm>
          <a:prstGeom prst="rect">
            <a:avLst/>
          </a:prstGeom>
        </p:spPr>
        <p:txBody>
          <a:bodyPr/>
          <a:lstStyle>
            <a:lvl1pPr marL="0" indent="0" algn="r">
              <a:lnSpc>
                <a:spcPct val="90000"/>
              </a:lnSpc>
              <a:spcBef>
                <a:spcPts val="1000"/>
              </a:spcBef>
              <a:buSzTx/>
              <a:buNone/>
              <a:defRPr sz="1600" b="1" i="1">
                <a:solidFill>
                  <a:srgbClr val="575756"/>
                </a:solidFill>
                <a:latin typeface="Arial"/>
                <a:ea typeface="Arial"/>
                <a:cs typeface="Arial"/>
                <a:sym typeface="Arial"/>
              </a:defRPr>
            </a:lvl1pPr>
          </a:lstStyle>
          <a:p>
            <a:r>
              <a:rPr lang="de-DE" dirty="0"/>
              <a:t>Name</a:t>
            </a:r>
            <a:endParaRPr dirty="0"/>
          </a:p>
        </p:txBody>
      </p:sp>
      <p:sp>
        <p:nvSpPr>
          <p:cNvPr id="122" name="Slide Number"/>
          <p:cNvSpPr txBox="1">
            <a:spLocks noGrp="1"/>
          </p:cNvSpPr>
          <p:nvPr>
            <p:ph type="sldNum" sz="quarter" idx="2"/>
          </p:nvPr>
        </p:nvSpPr>
        <p:spPr>
          <a:xfrm>
            <a:off x="8463946" y="6224224"/>
            <a:ext cx="273654" cy="264253"/>
          </a:xfrm>
          <a:prstGeom prst="rect">
            <a:avLst/>
          </a:prstGeom>
        </p:spPr>
        <p:txBody>
          <a:bodyPr lIns="45718" tIns="45718" rIns="45718" bIns="45718" anchor="ctr"/>
          <a:lstStyle>
            <a:lvl1pPr algn="r">
              <a:defRPr sz="1200">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Aufzählung">
    <p:spTree>
      <p:nvGrpSpPr>
        <p:cNvPr id="1" name=""/>
        <p:cNvGrpSpPr/>
        <p:nvPr/>
      </p:nvGrpSpPr>
      <p:grpSpPr>
        <a:xfrm>
          <a:off x="0" y="0"/>
          <a:ext cx="0" cy="0"/>
          <a:chOff x="0" y="0"/>
          <a:chExt cx="0" cy="0"/>
        </a:xfrm>
      </p:grpSpPr>
      <p:pic>
        <p:nvPicPr>
          <p:cNvPr id="129" name="Bild 8" descr="Bild 8"/>
          <p:cNvPicPr>
            <a:picLocks noChangeAspect="1"/>
          </p:cNvPicPr>
          <p:nvPr/>
        </p:nvPicPr>
        <p:blipFill>
          <a:blip r:embed="rId2"/>
          <a:srcRect r="95213"/>
          <a:stretch>
            <a:fillRect/>
          </a:stretch>
        </p:blipFill>
        <p:spPr>
          <a:xfrm>
            <a:off x="-1" y="0"/>
            <a:ext cx="438152" cy="6858000"/>
          </a:xfrm>
          <a:prstGeom prst="rect">
            <a:avLst/>
          </a:prstGeom>
          <a:ln w="12700">
            <a:miter lim="400000"/>
          </a:ln>
        </p:spPr>
      </p:pic>
      <p:sp>
        <p:nvSpPr>
          <p:cNvPr id="130" name="Textfeld 13"/>
          <p:cNvSpPr txBox="1"/>
          <p:nvPr/>
        </p:nvSpPr>
        <p:spPr>
          <a:xfrm>
            <a:off x="658813" y="6627813"/>
            <a:ext cx="8224836"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800">
                <a:solidFill>
                  <a:srgbClr val="005A9B"/>
                </a:solidFill>
                <a:latin typeface="Arial"/>
                <a:ea typeface="Arial"/>
                <a:cs typeface="Arial"/>
                <a:sym typeface="Arial"/>
              </a:defRPr>
            </a:lvl1pPr>
          </a:lstStyle>
          <a:p>
            <a:r>
              <a:rPr dirty="0"/>
              <a:t> THI   |   </a:t>
            </a:r>
            <a:r>
              <a:rPr lang="en-US" dirty="0"/>
              <a:t>AI Engineering of Autonomous systems</a:t>
            </a:r>
            <a:r>
              <a:rPr dirty="0"/>
              <a:t> |  </a:t>
            </a:r>
            <a:r>
              <a:rPr lang="en-US" dirty="0"/>
              <a:t>Prem Kishore V</a:t>
            </a:r>
            <a:endParaRPr dirty="0"/>
          </a:p>
        </p:txBody>
      </p:sp>
      <p:pic>
        <p:nvPicPr>
          <p:cNvPr id="131" name="Bild 6" descr="Bild 6"/>
          <p:cNvPicPr>
            <a:picLocks noChangeAspect="1"/>
          </p:cNvPicPr>
          <p:nvPr/>
        </p:nvPicPr>
        <p:blipFill>
          <a:blip r:embed="rId3"/>
          <a:srcRect l="88378" t="3002" b="83303"/>
          <a:stretch>
            <a:fillRect/>
          </a:stretch>
        </p:blipFill>
        <p:spPr>
          <a:xfrm>
            <a:off x="10963703" y="101149"/>
            <a:ext cx="1062681" cy="939114"/>
          </a:xfrm>
          <a:prstGeom prst="rect">
            <a:avLst/>
          </a:prstGeom>
          <a:ln w="12700">
            <a:miter lim="400000"/>
          </a:ln>
        </p:spPr>
      </p:pic>
      <p:sp>
        <p:nvSpPr>
          <p:cNvPr id="132" name="Body Level One…"/>
          <p:cNvSpPr txBox="1">
            <a:spLocks noGrp="1"/>
          </p:cNvSpPr>
          <p:nvPr>
            <p:ph type="body" idx="1"/>
          </p:nvPr>
        </p:nvSpPr>
        <p:spPr>
          <a:xfrm>
            <a:off x="632882" y="1766888"/>
            <a:ext cx="11063819" cy="4741201"/>
          </a:xfrm>
          <a:prstGeom prst="rect">
            <a:avLst/>
          </a:prstGeom>
        </p:spPr>
        <p:txBody>
          <a:bodyPr/>
          <a:lstStyle>
            <a:lvl1pPr marL="203200" indent="-203200">
              <a:buSzPct val="30000"/>
              <a:buBlip>
                <a:blip r:embed="rId4"/>
              </a:buBlip>
            </a:lvl1pPr>
            <a:lvl2pPr marL="457200" indent="0">
              <a:buSzPct val="100000"/>
              <a:buChar char="▪"/>
            </a:lvl2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33" name="Title Text"/>
          <p:cNvSpPr txBox="1">
            <a:spLocks noGrp="1"/>
          </p:cNvSpPr>
          <p:nvPr>
            <p:ph type="title"/>
          </p:nvPr>
        </p:nvSpPr>
        <p:spPr>
          <a:xfrm>
            <a:off x="393600" y="406800"/>
            <a:ext cx="9753601" cy="531972"/>
          </a:xfrm>
          <a:prstGeom prst="rect">
            <a:avLst/>
          </a:prstGeom>
        </p:spPr>
        <p:txBody>
          <a:bodyPr/>
          <a:lstStyle>
            <a:lvl1pPr>
              <a:defRPr sz="2800"/>
            </a:lvl1pPr>
          </a:lstStyle>
          <a:p>
            <a:r>
              <a:t>Title Text</a:t>
            </a:r>
          </a:p>
        </p:txBody>
      </p:sp>
      <p:sp>
        <p:nvSpPr>
          <p:cNvPr id="13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0870BE-A3B8-A516-2817-D62CA071A4E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60F13AFB-0B50-B171-85BF-3FFABB8F4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AEF4B745-4EE3-7D87-DDAB-AD39465D2C65}"/>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5" name="Fußzeilenplatzhalter 4">
            <a:extLst>
              <a:ext uri="{FF2B5EF4-FFF2-40B4-BE49-F238E27FC236}">
                <a16:creationId xmlns:a16="http://schemas.microsoft.com/office/drawing/2014/main" id="{3F211980-04A8-3CEE-CC20-72CA1F57EBB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47927F8-B4A1-3774-405F-EE786611B4FF}"/>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4132333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F081B8-6984-7531-203E-3931C5167BB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41E9D5A1-D980-1A68-0BBF-47CAEDBA5AA8}"/>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19B8155-C9BD-6840-48DF-B8E1281CB6FC}"/>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5" name="Fußzeilenplatzhalter 4">
            <a:extLst>
              <a:ext uri="{FF2B5EF4-FFF2-40B4-BE49-F238E27FC236}">
                <a16:creationId xmlns:a16="http://schemas.microsoft.com/office/drawing/2014/main" id="{F44446D8-8681-FE1E-3BBD-434932F0F84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A6ED23E-AB8A-4F8A-A7FA-4F3DB4F67794}"/>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1546223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DB4DD7-0DFB-868F-895E-88616AF1A0C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B8BD370-D1E6-E3CA-B9E8-94179D2784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F620339-033F-8C45-633A-9EE475DCD791}"/>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5" name="Fußzeilenplatzhalter 4">
            <a:extLst>
              <a:ext uri="{FF2B5EF4-FFF2-40B4-BE49-F238E27FC236}">
                <a16:creationId xmlns:a16="http://schemas.microsoft.com/office/drawing/2014/main" id="{523475DD-2E24-E5A2-05F4-357B9CCF55E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32D67A2-CB1A-D438-2CB8-567FB7E2AD8C}"/>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3303551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BBEE4D-683A-DFD9-51DC-EBCABCA5373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1FB1526D-8EB1-C4FE-1D5E-78635E68E929}"/>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5E81BF37-B93E-7C06-D22A-191B34A0EF1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E6D39E3-195C-21A1-D95F-82746F107071}"/>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6" name="Fußzeilenplatzhalter 5">
            <a:extLst>
              <a:ext uri="{FF2B5EF4-FFF2-40B4-BE49-F238E27FC236}">
                <a16:creationId xmlns:a16="http://schemas.microsoft.com/office/drawing/2014/main" id="{FD74116E-B8FD-F399-CD64-0AA664E49A5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BE7B9F6D-4251-D252-148B-0A037B0D0440}"/>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149945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B843B-310F-120B-0928-2D6AED32645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1690F9A1-DCC6-18D7-C826-2D71100CE3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CFE6145-ACAC-DAE5-5914-73561AC7A6C1}"/>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58DA7725-95A4-19C6-C204-833C22BB5E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828C308-4605-4A11-9988-08ADC789A08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E4788548-3FAC-A392-2D95-D45237E0B1AA}"/>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8" name="Fußzeilenplatzhalter 7">
            <a:extLst>
              <a:ext uri="{FF2B5EF4-FFF2-40B4-BE49-F238E27FC236}">
                <a16:creationId xmlns:a16="http://schemas.microsoft.com/office/drawing/2014/main" id="{A49733D9-623A-A7D0-C882-140FB9089783}"/>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D08843F5-2CF4-6DE9-6A23-78B982516651}"/>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30733522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BF8F48-0A17-78B7-2F48-9922371A7CD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10FF7969-9925-CE62-8822-E5126FE08604}"/>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4" name="Fußzeilenplatzhalter 3">
            <a:extLst>
              <a:ext uri="{FF2B5EF4-FFF2-40B4-BE49-F238E27FC236}">
                <a16:creationId xmlns:a16="http://schemas.microsoft.com/office/drawing/2014/main" id="{E5F321D8-ABB1-EE40-EAED-EF5647DD5659}"/>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C9C13D46-90CD-CC6B-3BA6-B41B021F6414}"/>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1753616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EDB1EEEB-9B27-2B7E-9D3E-15B77D349D89}"/>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3" name="Fußzeilenplatzhalter 2">
            <a:extLst>
              <a:ext uri="{FF2B5EF4-FFF2-40B4-BE49-F238E27FC236}">
                <a16:creationId xmlns:a16="http://schemas.microsoft.com/office/drawing/2014/main" id="{411240E2-9499-841E-4CFE-AFA6AD707A7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1BB7BB3F-7005-FA25-F934-F0856A45BB03}"/>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40565151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00213D-8214-D8BA-2C17-1F10CE58521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E849AB97-94D8-4B86-03A0-C775AA6810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2994DA62-D1B1-F005-A54B-DEDBD8906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71C4151-F711-ADB1-91F6-32030F12FCF8}"/>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6" name="Fußzeilenplatzhalter 5">
            <a:extLst>
              <a:ext uri="{FF2B5EF4-FFF2-40B4-BE49-F238E27FC236}">
                <a16:creationId xmlns:a16="http://schemas.microsoft.com/office/drawing/2014/main" id="{C718D6C3-C28B-32BC-35FD-5B89BE35A9D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663A388-CDB5-5130-80EB-FA6F8FFC2AB4}"/>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3127690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4B6E43-EB4D-02E9-BAF3-58B9E56F4AF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7E71112-3411-2D20-8C96-0670019D77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5AAC3CA8-334E-6DF5-FF2B-36C9372F3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B29CB30-EC7C-A09D-1CBB-0FF2F30A59EB}"/>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6" name="Fußzeilenplatzhalter 5">
            <a:extLst>
              <a:ext uri="{FF2B5EF4-FFF2-40B4-BE49-F238E27FC236}">
                <a16:creationId xmlns:a16="http://schemas.microsoft.com/office/drawing/2014/main" id="{8765275D-48CA-012F-8FE0-5A3AAAFAD7A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D12D8FA-486D-81C8-E9D5-0D5495273FF6}"/>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40685411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44AE45-6E3D-9BED-114C-B953ABDFDF12}"/>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08DE8017-007E-68FB-93B6-6051B451418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C62BFF1-70D7-8DB5-C1B3-322F967FF4E4}"/>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5" name="Fußzeilenplatzhalter 4">
            <a:extLst>
              <a:ext uri="{FF2B5EF4-FFF2-40B4-BE49-F238E27FC236}">
                <a16:creationId xmlns:a16="http://schemas.microsoft.com/office/drawing/2014/main" id="{AFB27996-DEB4-4EBB-F328-F09427EEF3D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0B39743-3EDB-0D6F-C45A-77992F84FDA5}"/>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617121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207AE5A-1C3B-7712-3876-ED309876E68D}"/>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74EC182A-DCF1-8958-C0D9-B0A62F38DD6E}"/>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64FE552-A1BF-F5EC-A137-A8F732A3CBC1}"/>
              </a:ext>
            </a:extLst>
          </p:cNvPr>
          <p:cNvSpPr>
            <a:spLocks noGrp="1"/>
          </p:cNvSpPr>
          <p:nvPr>
            <p:ph type="dt" sz="half" idx="10"/>
          </p:nvPr>
        </p:nvSpPr>
        <p:spPr/>
        <p:txBody>
          <a:bodyPr/>
          <a:lstStyle/>
          <a:p>
            <a:fld id="{CA740F58-BDBA-476E-A846-3A1C69C32C53}" type="datetimeFigureOut">
              <a:rPr lang="de-DE" smtClean="0"/>
              <a:t>25.06.24</a:t>
            </a:fld>
            <a:endParaRPr lang="de-DE"/>
          </a:p>
        </p:txBody>
      </p:sp>
      <p:sp>
        <p:nvSpPr>
          <p:cNvPr id="5" name="Fußzeilenplatzhalter 4">
            <a:extLst>
              <a:ext uri="{FF2B5EF4-FFF2-40B4-BE49-F238E27FC236}">
                <a16:creationId xmlns:a16="http://schemas.microsoft.com/office/drawing/2014/main" id="{EEBBECDF-3D52-2C6B-9181-D23EA514924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365EA1F-AD1D-A2C7-CA14-D74B164B7FF5}"/>
              </a:ext>
            </a:extLst>
          </p:cNvPr>
          <p:cNvSpPr>
            <a:spLocks noGrp="1"/>
          </p:cNvSpPr>
          <p:nvPr>
            <p:ph type="sldNum" sz="quarter" idx="12"/>
          </p:nvPr>
        </p:nvSpPr>
        <p:spPr/>
        <p:txBody>
          <a:bodyPr/>
          <a:lstStyle/>
          <a:p>
            <a:fld id="{356BF654-DE30-4093-9EFA-6F1B4507E398}" type="slidenum">
              <a:rPr lang="de-DE" smtClean="0"/>
              <a:t>‹#›</a:t>
            </a:fld>
            <a:endParaRPr lang="de-DE"/>
          </a:p>
        </p:txBody>
      </p:sp>
    </p:spTree>
    <p:extLst>
      <p:ext uri="{BB962C8B-B14F-4D97-AF65-F5344CB8AC3E}">
        <p14:creationId xmlns:p14="http://schemas.microsoft.com/office/powerpoint/2010/main" val="93010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Bild 8" descr="Bild 8"/>
          <p:cNvPicPr>
            <a:picLocks noChangeAspect="1"/>
          </p:cNvPicPr>
          <p:nvPr/>
        </p:nvPicPr>
        <p:blipFill>
          <a:blip r:embed="rId13"/>
          <a:srcRect r="95213"/>
          <a:stretch>
            <a:fillRect/>
          </a:stretch>
        </p:blipFill>
        <p:spPr>
          <a:xfrm>
            <a:off x="-1" y="0"/>
            <a:ext cx="438152" cy="6858000"/>
          </a:xfrm>
          <a:prstGeom prst="rect">
            <a:avLst/>
          </a:prstGeom>
          <a:ln w="12700">
            <a:miter lim="400000"/>
          </a:ln>
        </p:spPr>
      </p:pic>
      <p:sp>
        <p:nvSpPr>
          <p:cNvPr id="3" name="Textfeld 13"/>
          <p:cNvSpPr txBox="1"/>
          <p:nvPr/>
        </p:nvSpPr>
        <p:spPr>
          <a:xfrm>
            <a:off x="658813" y="6627813"/>
            <a:ext cx="8224836"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800">
                <a:solidFill>
                  <a:srgbClr val="005A9B"/>
                </a:solidFill>
                <a:latin typeface="Arial"/>
                <a:ea typeface="Arial"/>
                <a:cs typeface="Arial"/>
                <a:sym typeface="Arial"/>
              </a:defRPr>
            </a:lvl1pPr>
          </a:lstStyle>
          <a:p>
            <a:r>
              <a:t> THI   |   Scientific Seminar AI-M </a:t>
            </a:r>
          </a:p>
        </p:txBody>
      </p:sp>
      <p:pic>
        <p:nvPicPr>
          <p:cNvPr id="4" name="Bild 6" descr="Bild 6"/>
          <p:cNvPicPr>
            <a:picLocks noChangeAspect="1"/>
          </p:cNvPicPr>
          <p:nvPr/>
        </p:nvPicPr>
        <p:blipFill>
          <a:blip r:embed="rId14"/>
          <a:srcRect l="88378" t="3003" b="83303"/>
          <a:stretch>
            <a:fillRect/>
          </a:stretch>
        </p:blipFill>
        <p:spPr>
          <a:xfrm>
            <a:off x="10963702" y="101149"/>
            <a:ext cx="1062682" cy="939114"/>
          </a:xfrm>
          <a:prstGeom prst="rect">
            <a:avLst/>
          </a:prstGeom>
          <a:ln w="12700">
            <a:miter lim="400000"/>
          </a:ln>
        </p:spPr>
      </p:pic>
      <p:sp>
        <p:nvSpPr>
          <p:cNvPr id="5" name="Body Level One…"/>
          <p:cNvSpPr txBox="1">
            <a:spLocks noGrp="1"/>
          </p:cNvSpPr>
          <p:nvPr>
            <p:ph type="body" idx="1"/>
          </p:nvPr>
        </p:nvSpPr>
        <p:spPr>
          <a:xfrm>
            <a:off x="505882" y="1563687"/>
            <a:ext cx="11063819" cy="4741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buBlip>
                <a:blip r:embed="rId15"/>
              </a:buBlip>
            </a:lvl1pPr>
          </a:lstStyle>
          <a:p>
            <a:r>
              <a:t>Body Level One</a:t>
            </a:r>
          </a:p>
          <a:p>
            <a:pPr lvl="1"/>
            <a:r>
              <a:t>Body Level Two</a:t>
            </a:r>
          </a:p>
          <a:p>
            <a:pPr lvl="2"/>
            <a:r>
              <a:t>Body Level Three</a:t>
            </a:r>
          </a:p>
          <a:p>
            <a:pPr lvl="3"/>
            <a:r>
              <a:t>Body Level Four</a:t>
            </a:r>
          </a:p>
          <a:p>
            <a:pPr lvl="4"/>
            <a:r>
              <a:t>Body Level Five</a:t>
            </a:r>
          </a:p>
        </p:txBody>
      </p:sp>
      <p:sp>
        <p:nvSpPr>
          <p:cNvPr id="6" name="Title Text"/>
          <p:cNvSpPr txBox="1">
            <a:spLocks noGrp="1"/>
          </p:cNvSpPr>
          <p:nvPr>
            <p:ph type="title"/>
          </p:nvPr>
        </p:nvSpPr>
        <p:spPr>
          <a:xfrm>
            <a:off x="393600" y="406800"/>
            <a:ext cx="9753601" cy="453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p>
            <a:r>
              <a:t>Title Text</a:t>
            </a:r>
          </a:p>
        </p:txBody>
      </p:sp>
      <p:sp>
        <p:nvSpPr>
          <p:cNvPr id="7" name="Slide Number"/>
          <p:cNvSpPr txBox="1">
            <a:spLocks noGrp="1"/>
          </p:cNvSpPr>
          <p:nvPr>
            <p:ph type="sldNum" sz="quarter" idx="2"/>
          </p:nvPr>
        </p:nvSpPr>
        <p:spPr>
          <a:xfrm>
            <a:off x="393700" y="6627813"/>
            <a:ext cx="127000" cy="127001"/>
          </a:xfrm>
          <a:prstGeom prst="rect">
            <a:avLst/>
          </a:prstGeom>
          <a:ln w="12700">
            <a:miter lim="400000"/>
          </a:ln>
        </p:spPr>
        <p:txBody>
          <a:bodyPr wrap="none" lIns="0" tIns="0" rIns="0" bIns="0">
            <a:spAutoFit/>
          </a:bodyPr>
          <a:lstStyle>
            <a:lvl1pPr>
              <a:defRPr sz="800">
                <a:solidFill>
                  <a:srgbClr val="005A9B"/>
                </a:solidFill>
                <a:latin typeface="Arial"/>
                <a:ea typeface="Arial"/>
                <a:cs typeface="Arial"/>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med"/>
  <p:txStyles>
    <p:titleStyle>
      <a:lvl1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3000" b="1" i="0" u="none" strike="noStrike" cap="none" spc="0" baseline="0">
          <a:solidFill>
            <a:srgbClr val="005A9B"/>
          </a:solidFill>
          <a:uFillTx/>
          <a:latin typeface="Arial"/>
          <a:ea typeface="Arial"/>
          <a:cs typeface="Arial"/>
          <a:sym typeface="Arial"/>
        </a:defRPr>
      </a:lvl9pPr>
    </p:titleStyle>
    <p:bodyStyle>
      <a:lvl1pPr marL="215900" marR="0" indent="-215900" algn="l" defTabSz="914400" rtl="0" latinLnBrk="0">
        <a:lnSpc>
          <a:spcPct val="81000"/>
        </a:lnSpc>
        <a:spcBef>
          <a:spcPts val="800"/>
        </a:spcBef>
        <a:spcAft>
          <a:spcPts val="0"/>
        </a:spcAft>
        <a:buClrTx/>
        <a:buSzPct val="25000"/>
        <a:buFontTx/>
        <a:buBlip>
          <a:blip r:embed="rId15"/>
        </a:buBlip>
        <a:tabLst/>
        <a:defRPr sz="2600" b="0" i="0" u="none" strike="noStrike" cap="none" spc="0" baseline="0">
          <a:solidFill>
            <a:srgbClr val="000000"/>
          </a:solidFill>
          <a:uFillTx/>
          <a:latin typeface="+mj-lt"/>
          <a:ea typeface="+mj-ea"/>
          <a:cs typeface="+mj-cs"/>
          <a:sym typeface="Calibri"/>
        </a:defRPr>
      </a:lvl1pPr>
      <a:lvl2pPr marL="444500" marR="0" indent="-241300" algn="l" defTabSz="914400" rtl="0" latinLnBrk="0">
        <a:lnSpc>
          <a:spcPct val="81000"/>
        </a:lnSpc>
        <a:spcBef>
          <a:spcPts val="800"/>
        </a:spcBef>
        <a:spcAft>
          <a:spcPts val="0"/>
        </a:spcAft>
        <a:buClrTx/>
        <a:buSzPct val="80000"/>
        <a:buFontTx/>
        <a:buChar char="•"/>
        <a:tabLst/>
        <a:defRPr sz="2600" b="0" i="0" u="none" strike="noStrike" cap="none" spc="0" baseline="0">
          <a:solidFill>
            <a:srgbClr val="000000"/>
          </a:solidFill>
          <a:uFillTx/>
          <a:latin typeface="+mj-lt"/>
          <a:ea typeface="+mj-ea"/>
          <a:cs typeface="+mj-cs"/>
          <a:sym typeface="Calibri"/>
        </a:defRPr>
      </a:lvl2pPr>
      <a:lvl3pPr marL="914400" marR="0" indent="0" algn="l" defTabSz="914400" rtl="0" latinLnBrk="0">
        <a:lnSpc>
          <a:spcPct val="81000"/>
        </a:lnSpc>
        <a:spcBef>
          <a:spcPts val="800"/>
        </a:spcBef>
        <a:spcAft>
          <a:spcPts val="0"/>
        </a:spcAft>
        <a:buClrTx/>
        <a:buSzPct val="100000"/>
        <a:buFontTx/>
        <a:buChar char="▪"/>
        <a:tabLst/>
        <a:defRPr sz="2600" b="0" i="0" u="none" strike="noStrike" cap="none" spc="0" baseline="0">
          <a:solidFill>
            <a:srgbClr val="000000"/>
          </a:solidFill>
          <a:uFillTx/>
          <a:latin typeface="+mj-lt"/>
          <a:ea typeface="+mj-ea"/>
          <a:cs typeface="+mj-cs"/>
          <a:sym typeface="Calibri"/>
        </a:defRPr>
      </a:lvl3pPr>
      <a:lvl4pPr marL="1371600" marR="0" indent="0" algn="l" defTabSz="914400" rtl="0" latinLnBrk="0">
        <a:lnSpc>
          <a:spcPct val="81000"/>
        </a:lnSpc>
        <a:spcBef>
          <a:spcPts val="800"/>
        </a:spcBef>
        <a:spcAft>
          <a:spcPts val="0"/>
        </a:spcAft>
        <a:buClrTx/>
        <a:buSzPct val="100000"/>
        <a:buFontTx/>
        <a:buChar char="▪"/>
        <a:tabLst/>
        <a:defRPr sz="2600" b="0" i="0" u="none" strike="noStrike" cap="none" spc="0" baseline="0">
          <a:solidFill>
            <a:srgbClr val="000000"/>
          </a:solidFill>
          <a:uFillTx/>
          <a:latin typeface="+mj-lt"/>
          <a:ea typeface="+mj-ea"/>
          <a:cs typeface="+mj-cs"/>
          <a:sym typeface="Calibri"/>
        </a:defRPr>
      </a:lvl4pPr>
      <a:lvl5pPr marL="1828800" marR="0" indent="0" algn="l" defTabSz="914400" rtl="0" latinLnBrk="0">
        <a:lnSpc>
          <a:spcPct val="81000"/>
        </a:lnSpc>
        <a:spcBef>
          <a:spcPts val="800"/>
        </a:spcBef>
        <a:spcAft>
          <a:spcPts val="0"/>
        </a:spcAft>
        <a:buClrTx/>
        <a:buSzPct val="100000"/>
        <a:buFontTx/>
        <a:buChar char="▪"/>
        <a:tabLst/>
        <a:defRPr sz="2600" b="0" i="0" u="none" strike="noStrike" cap="none" spc="0" baseline="0">
          <a:solidFill>
            <a:srgbClr val="000000"/>
          </a:solidFill>
          <a:uFillTx/>
          <a:latin typeface="+mj-lt"/>
          <a:ea typeface="+mj-ea"/>
          <a:cs typeface="+mj-cs"/>
          <a:sym typeface="Calibri"/>
        </a:defRPr>
      </a:lvl5pPr>
      <a:lvl6pPr marL="2616200" marR="0" indent="-330200" algn="l" defTabSz="914400" rtl="0" latinLnBrk="0">
        <a:lnSpc>
          <a:spcPct val="81000"/>
        </a:lnSpc>
        <a:spcBef>
          <a:spcPts val="800"/>
        </a:spcBef>
        <a:spcAft>
          <a:spcPts val="0"/>
        </a:spcAft>
        <a:buClrTx/>
        <a:buSzPct val="100000"/>
        <a:buFontTx/>
        <a:buChar char="•"/>
        <a:tabLst/>
        <a:defRPr sz="2600" b="0" i="0" u="none" strike="noStrike" cap="none" spc="0" baseline="0">
          <a:solidFill>
            <a:srgbClr val="000000"/>
          </a:solidFill>
          <a:uFillTx/>
          <a:latin typeface="+mj-lt"/>
          <a:ea typeface="+mj-ea"/>
          <a:cs typeface="+mj-cs"/>
          <a:sym typeface="Calibri"/>
        </a:defRPr>
      </a:lvl6pPr>
      <a:lvl7pPr marL="3073400" marR="0" indent="-330200" algn="l" defTabSz="914400" rtl="0" latinLnBrk="0">
        <a:lnSpc>
          <a:spcPct val="81000"/>
        </a:lnSpc>
        <a:spcBef>
          <a:spcPts val="800"/>
        </a:spcBef>
        <a:spcAft>
          <a:spcPts val="0"/>
        </a:spcAft>
        <a:buClrTx/>
        <a:buSzPct val="100000"/>
        <a:buFontTx/>
        <a:buChar char="•"/>
        <a:tabLst/>
        <a:defRPr sz="2600" b="0" i="0" u="none" strike="noStrike" cap="none" spc="0" baseline="0">
          <a:solidFill>
            <a:srgbClr val="000000"/>
          </a:solidFill>
          <a:uFillTx/>
          <a:latin typeface="+mj-lt"/>
          <a:ea typeface="+mj-ea"/>
          <a:cs typeface="+mj-cs"/>
          <a:sym typeface="Calibri"/>
        </a:defRPr>
      </a:lvl7pPr>
      <a:lvl8pPr marL="3530600" marR="0" indent="-330200" algn="l" defTabSz="914400" rtl="0" latinLnBrk="0">
        <a:lnSpc>
          <a:spcPct val="81000"/>
        </a:lnSpc>
        <a:spcBef>
          <a:spcPts val="800"/>
        </a:spcBef>
        <a:spcAft>
          <a:spcPts val="0"/>
        </a:spcAft>
        <a:buClrTx/>
        <a:buSzPct val="100000"/>
        <a:buFontTx/>
        <a:buChar char="•"/>
        <a:tabLst/>
        <a:defRPr sz="2600" b="0" i="0" u="none" strike="noStrike" cap="none" spc="0" baseline="0">
          <a:solidFill>
            <a:srgbClr val="000000"/>
          </a:solidFill>
          <a:uFillTx/>
          <a:latin typeface="+mj-lt"/>
          <a:ea typeface="+mj-ea"/>
          <a:cs typeface="+mj-cs"/>
          <a:sym typeface="Calibri"/>
        </a:defRPr>
      </a:lvl8pPr>
      <a:lvl9pPr marL="3987800" marR="0" indent="-330200" algn="l" defTabSz="914400" rtl="0" latinLnBrk="0">
        <a:lnSpc>
          <a:spcPct val="81000"/>
        </a:lnSpc>
        <a:spcBef>
          <a:spcPts val="800"/>
        </a:spcBef>
        <a:spcAft>
          <a:spcPts val="0"/>
        </a:spcAft>
        <a:buClrTx/>
        <a:buSzPct val="100000"/>
        <a:buFontTx/>
        <a:buChar char="•"/>
        <a:tabLst/>
        <a:defRPr sz="2600" b="0" i="0" u="none" strike="noStrike" cap="none" spc="0" baseline="0">
          <a:solidFill>
            <a:srgbClr val="000000"/>
          </a:solidFill>
          <a:uFillTx/>
          <a:latin typeface="+mj-lt"/>
          <a:ea typeface="+mj-ea"/>
          <a:cs typeface="+mj-cs"/>
          <a:sym typeface="Calibri"/>
        </a:defRPr>
      </a:lvl9pPr>
    </p:bodyStyle>
    <p:otherStyle>
      <a:lvl1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345BE6C-72CB-451D-4697-5B6E10798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D4524FE4-FE79-788E-6701-626C4B081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243FC8A-1346-099D-2AFD-8B53BA7C3B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40F58-BDBA-476E-A846-3A1C69C32C53}" type="datetimeFigureOut">
              <a:rPr lang="de-DE" smtClean="0"/>
              <a:t>25.06.24</a:t>
            </a:fld>
            <a:endParaRPr lang="de-DE"/>
          </a:p>
        </p:txBody>
      </p:sp>
      <p:sp>
        <p:nvSpPr>
          <p:cNvPr id="5" name="Fußzeilenplatzhalter 4">
            <a:extLst>
              <a:ext uri="{FF2B5EF4-FFF2-40B4-BE49-F238E27FC236}">
                <a16:creationId xmlns:a16="http://schemas.microsoft.com/office/drawing/2014/main" id="{CACCFEB6-0513-2ED5-F287-D240BA999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988E5553-3C38-9468-FAA8-B0A2692B3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BF654-DE30-4093-9EFA-6F1B4507E398}" type="slidenum">
              <a:rPr lang="de-DE" smtClean="0"/>
              <a:t>‹#›</a:t>
            </a:fld>
            <a:endParaRPr lang="de-DE"/>
          </a:p>
        </p:txBody>
      </p:sp>
    </p:spTree>
    <p:extLst>
      <p:ext uri="{BB962C8B-B14F-4D97-AF65-F5344CB8AC3E}">
        <p14:creationId xmlns:p14="http://schemas.microsoft.com/office/powerpoint/2010/main" val="254781420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platzhalter 16"/>
          <p:cNvSpPr>
            <a:spLocks noGrp="1"/>
          </p:cNvSpPr>
          <p:nvPr>
            <p:ph type="body" sz="quarter" idx="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de-DE" dirty="0"/>
              <a:t>Prem </a:t>
            </a:r>
            <a:r>
              <a:rPr lang="de-DE" dirty="0" err="1"/>
              <a:t>Kishore</a:t>
            </a:r>
            <a:r>
              <a:rPr lang="de-DE" dirty="0"/>
              <a:t> V</a:t>
            </a:r>
            <a:endParaRPr dirty="0"/>
          </a:p>
        </p:txBody>
      </p:sp>
      <p:sp>
        <p:nvSpPr>
          <p:cNvPr id="143" name="Scientific Seminar…"/>
          <p:cNvSpPr txBox="1">
            <a:spLocks noGrp="1"/>
          </p:cNvSpPr>
          <p:nvPr>
            <p:ph type="body" sz="quarter" idx="21"/>
          </p:nvPr>
        </p:nvSpPr>
        <p:spPr>
          <a:prstGeom prst="rect">
            <a:avLst/>
          </a:prstGeom>
        </p:spPr>
        <p:txBody>
          <a:bodyPr>
            <a:normAutofit/>
          </a:bodyPr>
          <a:lstStyle/>
          <a:p>
            <a:r>
              <a:rPr lang="de-DE" sz="2000" dirty="0"/>
              <a:t>GROQ Tensor Streaming </a:t>
            </a:r>
            <a:r>
              <a:rPr lang="de-DE" sz="2000" dirty="0" err="1"/>
              <a:t>Multiprocessor</a:t>
            </a:r>
            <a:endParaRPr lang="de-DE" sz="20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B3272A-2AA3-688E-CE4B-2158A85B7E2D}"/>
              </a:ext>
            </a:extLst>
          </p:cNvPr>
          <p:cNvPicPr>
            <a:picLocks noChangeAspect="1"/>
          </p:cNvPicPr>
          <p:nvPr/>
        </p:nvPicPr>
        <p:blipFill>
          <a:blip r:embed="rId2"/>
          <a:stretch>
            <a:fillRect/>
          </a:stretch>
        </p:blipFill>
        <p:spPr>
          <a:xfrm>
            <a:off x="0" y="-40230"/>
            <a:ext cx="12192000" cy="6898230"/>
          </a:xfrm>
          <a:prstGeom prst="rect">
            <a:avLst/>
          </a:prstGeom>
        </p:spPr>
      </p:pic>
      <p:sp>
        <p:nvSpPr>
          <p:cNvPr id="2" name="Title 1">
            <a:extLst>
              <a:ext uri="{FF2B5EF4-FFF2-40B4-BE49-F238E27FC236}">
                <a16:creationId xmlns:a16="http://schemas.microsoft.com/office/drawing/2014/main" id="{A13255D4-BDC7-A8B7-BBF2-D51DC2AC73A6}"/>
              </a:ext>
            </a:extLst>
          </p:cNvPr>
          <p:cNvSpPr>
            <a:spLocks noGrp="1"/>
          </p:cNvSpPr>
          <p:nvPr>
            <p:ph type="title"/>
          </p:nvPr>
        </p:nvSpPr>
        <p:spPr/>
        <p:txBody>
          <a:bodyPr/>
          <a:lstStyle/>
          <a:p>
            <a:r>
              <a:rPr lang="en-US" dirty="0"/>
              <a:t> </a:t>
            </a:r>
          </a:p>
        </p:txBody>
      </p:sp>
      <p:sp>
        <p:nvSpPr>
          <p:cNvPr id="3" name="Text Placeholder 2">
            <a:extLst>
              <a:ext uri="{FF2B5EF4-FFF2-40B4-BE49-F238E27FC236}">
                <a16:creationId xmlns:a16="http://schemas.microsoft.com/office/drawing/2014/main" id="{4DCE7961-CA7B-2821-EC30-BA9A02C09079}"/>
              </a:ext>
            </a:extLst>
          </p:cNvPr>
          <p:cNvSpPr>
            <a:spLocks noGrp="1"/>
          </p:cNvSpPr>
          <p:nvPr>
            <p:ph type="body" sz="quarter" idx="1"/>
          </p:nvPr>
        </p:nvSpPr>
        <p:spPr/>
        <p:txBody>
          <a:bodyPr/>
          <a:lstStyle/>
          <a:p>
            <a:r>
              <a:rPr lang="en-US" dirty="0"/>
              <a:t> </a:t>
            </a:r>
          </a:p>
        </p:txBody>
      </p:sp>
    </p:spTree>
    <p:extLst>
      <p:ext uri="{BB962C8B-B14F-4D97-AF65-F5344CB8AC3E}">
        <p14:creationId xmlns:p14="http://schemas.microsoft.com/office/powerpoint/2010/main" val="229081050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803100-58D4-34B1-7C54-C329FAD530D6}"/>
              </a:ext>
            </a:extLst>
          </p:cNvPr>
          <p:cNvSpPr>
            <a:spLocks noGrp="1"/>
          </p:cNvSpPr>
          <p:nvPr>
            <p:ph type="body" idx="1"/>
          </p:nvPr>
        </p:nvSpPr>
        <p:spPr>
          <a:xfrm>
            <a:off x="632883" y="1371600"/>
            <a:ext cx="10025592" cy="5136489"/>
          </a:xfrm>
        </p:spPr>
        <p:txBody>
          <a:bodyPr>
            <a:normAutofit/>
          </a:bodyPr>
          <a:lstStyle/>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Introduction to </a:t>
            </a:r>
            <a:r>
              <a:rPr lang="en-IN" sz="2800" b="1" dirty="0" err="1">
                <a:solidFill>
                  <a:srgbClr val="0E0E0E"/>
                </a:solidFill>
                <a:effectLst/>
                <a:latin typeface="Arial" panose="020B0604020202020204" pitchFamily="34" charset="0"/>
                <a:cs typeface="Arial" panose="020B0604020202020204" pitchFamily="34" charset="0"/>
              </a:rPr>
              <a:t>Groq</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Problem with Conventional Architectures</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err="1">
                <a:solidFill>
                  <a:srgbClr val="0E0E0E"/>
                </a:solidFill>
                <a:effectLst/>
                <a:latin typeface="Arial" panose="020B0604020202020204" pitchFamily="34" charset="0"/>
                <a:cs typeface="Arial" panose="020B0604020202020204" pitchFamily="34" charset="0"/>
              </a:rPr>
              <a:t>Groq’s</a:t>
            </a:r>
            <a:r>
              <a:rPr lang="en-IN" sz="2800" b="1" dirty="0">
                <a:solidFill>
                  <a:srgbClr val="0E0E0E"/>
                </a:solidFill>
                <a:effectLst/>
                <a:latin typeface="Arial" panose="020B0604020202020204" pitchFamily="34" charset="0"/>
                <a:cs typeface="Arial" panose="020B0604020202020204" pitchFamily="34" charset="0"/>
              </a:rPr>
              <a:t> Solution: Tensor Streaming Processor (TSP)</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How </a:t>
            </a:r>
            <a:r>
              <a:rPr lang="en-IN" sz="2800" b="1" dirty="0" err="1">
                <a:solidFill>
                  <a:srgbClr val="0E0E0E"/>
                </a:solidFill>
                <a:effectLst/>
                <a:latin typeface="Arial" panose="020B0604020202020204" pitchFamily="34" charset="0"/>
                <a:cs typeface="Arial" panose="020B0604020202020204" pitchFamily="34" charset="0"/>
              </a:rPr>
              <a:t>Groq</a:t>
            </a:r>
            <a:r>
              <a:rPr lang="en-IN" sz="2800" b="1" dirty="0">
                <a:solidFill>
                  <a:srgbClr val="0E0E0E"/>
                </a:solidFill>
                <a:effectLst/>
                <a:latin typeface="Arial" panose="020B0604020202020204" pitchFamily="34" charset="0"/>
                <a:cs typeface="Arial" panose="020B0604020202020204" pitchFamily="34" charset="0"/>
              </a:rPr>
              <a:t> Works</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Comparison with Competitors</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Applications of </a:t>
            </a:r>
            <a:r>
              <a:rPr lang="en-IN" sz="2800" b="1" dirty="0" err="1">
                <a:solidFill>
                  <a:srgbClr val="0E0E0E"/>
                </a:solidFill>
                <a:effectLst/>
                <a:latin typeface="Arial" panose="020B0604020202020204" pitchFamily="34" charset="0"/>
                <a:cs typeface="Arial" panose="020B0604020202020204" pitchFamily="34" charset="0"/>
              </a:rPr>
              <a:t>Groq</a:t>
            </a:r>
            <a:r>
              <a:rPr lang="en-IN" sz="2800" b="1" dirty="0">
                <a:solidFill>
                  <a:srgbClr val="0E0E0E"/>
                </a:solidFill>
                <a:effectLst/>
                <a:latin typeface="Arial" panose="020B0604020202020204" pitchFamily="34" charset="0"/>
                <a:cs typeface="Arial" panose="020B0604020202020204" pitchFamily="34" charset="0"/>
              </a:rPr>
              <a:t> Technology</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Future Directions and Innovations</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Conclusion and Summary</a:t>
            </a:r>
            <a:endParaRPr lang="en-IN" sz="2800" dirty="0">
              <a:solidFill>
                <a:srgbClr val="0E0E0E"/>
              </a:solidFill>
              <a:effectLst/>
              <a:latin typeface="Arial" panose="020B0604020202020204" pitchFamily="34" charset="0"/>
              <a:cs typeface="Arial" panose="020B0604020202020204" pitchFamily="34" charset="0"/>
            </a:endParaRPr>
          </a:p>
          <a:p>
            <a:pPr marL="0" indent="0" algn="l">
              <a:buNone/>
            </a:pPr>
            <a:r>
              <a:rPr lang="en-IN" sz="2800" dirty="0">
                <a:solidFill>
                  <a:srgbClr val="0E0E0E"/>
                </a:solidFill>
                <a:effectLst/>
                <a:latin typeface="Arial" panose="020B0604020202020204" pitchFamily="34" charset="0"/>
                <a:cs typeface="Arial" panose="020B0604020202020204" pitchFamily="34" charset="0"/>
              </a:rPr>
              <a:t>• </a:t>
            </a:r>
            <a:r>
              <a:rPr lang="en-IN" sz="2800" b="1" dirty="0">
                <a:solidFill>
                  <a:srgbClr val="0E0E0E"/>
                </a:solidFill>
                <a:effectLst/>
                <a:latin typeface="Arial" panose="020B0604020202020204" pitchFamily="34" charset="0"/>
                <a:cs typeface="Arial" panose="020B0604020202020204" pitchFamily="34" charset="0"/>
              </a:rPr>
              <a:t>Q&amp;A</a:t>
            </a:r>
            <a:endParaRPr lang="en-IN" sz="2800" dirty="0">
              <a:solidFill>
                <a:srgbClr val="0E0E0E"/>
              </a:solidFill>
              <a:effectLst/>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B6389D25-FEDE-0361-06D3-24EB17B9E68B}"/>
              </a:ext>
            </a:extLst>
          </p:cNvPr>
          <p:cNvSpPr>
            <a:spLocks noGrp="1"/>
          </p:cNvSpPr>
          <p:nvPr>
            <p:ph type="title"/>
          </p:nvPr>
        </p:nvSpPr>
        <p:spPr/>
        <p:txBody>
          <a:bodyPr/>
          <a:lstStyle/>
          <a:p>
            <a:r>
              <a:rPr lang="en-US" dirty="0"/>
              <a:t>Today’s Agenda</a:t>
            </a:r>
          </a:p>
        </p:txBody>
      </p:sp>
    </p:spTree>
    <p:extLst>
      <p:ext uri="{BB962C8B-B14F-4D97-AF65-F5344CB8AC3E}">
        <p14:creationId xmlns:p14="http://schemas.microsoft.com/office/powerpoint/2010/main" val="63733607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803100-58D4-34B1-7C54-C329FAD530D6}"/>
              </a:ext>
            </a:extLst>
          </p:cNvPr>
          <p:cNvSpPr>
            <a:spLocks noGrp="1"/>
          </p:cNvSpPr>
          <p:nvPr>
            <p:ph type="body" idx="1"/>
          </p:nvPr>
        </p:nvSpPr>
        <p:spPr>
          <a:xfrm>
            <a:off x="632883" y="1766888"/>
            <a:ext cx="7857834" cy="4741201"/>
          </a:xfrm>
        </p:spPr>
        <p:txBody>
          <a:bodyPr>
            <a:normAutofit lnSpcReduction="10000"/>
          </a:bodyPr>
          <a:lstStyle/>
          <a:p>
            <a:pPr algn="just"/>
            <a:r>
              <a:rPr lang="en-IN" b="0" i="0" dirty="0">
                <a:solidFill>
                  <a:srgbClr val="000000"/>
                </a:solidFill>
                <a:effectLst/>
                <a:highlight>
                  <a:srgbClr val="FFFFFF"/>
                </a:highlight>
                <a:latin typeface="Arial" panose="020B0604020202020204" pitchFamily="34" charset="0"/>
                <a:cs typeface="Arial" panose="020B0604020202020204" pitchFamily="34" charset="0"/>
              </a:rPr>
              <a:t>Founded by Jonathan Ross in 2016, </a:t>
            </a:r>
            <a:r>
              <a:rPr lang="en-IN" b="0" i="0" dirty="0" err="1">
                <a:solidFill>
                  <a:srgbClr val="000000"/>
                </a:solidFill>
                <a:effectLst/>
                <a:highlight>
                  <a:srgbClr val="FFFFFF"/>
                </a:highlight>
                <a:latin typeface="Arial" panose="020B0604020202020204" pitchFamily="34" charset="0"/>
                <a:cs typeface="Arial" panose="020B0604020202020204" pitchFamily="34" charset="0"/>
              </a:rPr>
              <a:t>Groq</a:t>
            </a:r>
            <a:r>
              <a:rPr lang="en-IN" b="0" i="0" dirty="0">
                <a:solidFill>
                  <a:srgbClr val="000000"/>
                </a:solidFill>
                <a:effectLst/>
                <a:highlight>
                  <a:srgbClr val="FFFFFF"/>
                </a:highlight>
                <a:latin typeface="Arial" panose="020B0604020202020204" pitchFamily="34" charset="0"/>
                <a:cs typeface="Arial" panose="020B0604020202020204" pitchFamily="34" charset="0"/>
              </a:rPr>
              <a:t> is the AI </a:t>
            </a:r>
          </a:p>
          <a:p>
            <a:pPr marL="0" indent="0" algn="just">
              <a:buNone/>
            </a:pPr>
            <a:r>
              <a:rPr lang="en-IN" dirty="0">
                <a:highlight>
                  <a:srgbClr val="FFFFFF"/>
                </a:highlight>
                <a:latin typeface="Arial" panose="020B0604020202020204" pitchFamily="34" charset="0"/>
                <a:cs typeface="Arial" panose="020B0604020202020204" pitchFamily="34" charset="0"/>
              </a:rPr>
              <a:t> </a:t>
            </a:r>
            <a:r>
              <a:rPr lang="en-IN" b="0" i="0" dirty="0">
                <a:solidFill>
                  <a:srgbClr val="000000"/>
                </a:solidFill>
                <a:effectLst/>
                <a:highlight>
                  <a:srgbClr val="FFFFFF"/>
                </a:highlight>
                <a:latin typeface="Arial" panose="020B0604020202020204" pitchFamily="34" charset="0"/>
                <a:cs typeface="Arial" panose="020B0604020202020204" pitchFamily="34" charset="0"/>
              </a:rPr>
              <a:t>infrastructure company that builds the world’s fastest </a:t>
            </a:r>
          </a:p>
          <a:p>
            <a:pPr marL="0" indent="0" algn="just">
              <a:buNone/>
            </a:pPr>
            <a:r>
              <a:rPr lang="en-IN" dirty="0">
                <a:highlight>
                  <a:srgbClr val="FFFFFF"/>
                </a:highlight>
                <a:latin typeface="Arial" panose="020B0604020202020204" pitchFamily="34" charset="0"/>
                <a:cs typeface="Arial" panose="020B0604020202020204" pitchFamily="34" charset="0"/>
              </a:rPr>
              <a:t> </a:t>
            </a:r>
            <a:r>
              <a:rPr lang="en-IN" b="0" i="0" dirty="0">
                <a:solidFill>
                  <a:srgbClr val="000000"/>
                </a:solidFill>
                <a:effectLst/>
                <a:highlight>
                  <a:srgbClr val="FFFFFF"/>
                </a:highlight>
                <a:latin typeface="Arial" panose="020B0604020202020204" pitchFamily="34" charset="0"/>
                <a:cs typeface="Arial" panose="020B0604020202020204" pitchFamily="34" charset="0"/>
              </a:rPr>
              <a:t>AI inference technology. </a:t>
            </a:r>
          </a:p>
          <a:p>
            <a:pPr algn="just"/>
            <a:endParaRPr lang="en-IN" b="0" i="0" dirty="0">
              <a:solidFill>
                <a:srgbClr val="000000"/>
              </a:solidFill>
              <a:effectLst/>
              <a:highlight>
                <a:srgbClr val="FFFFFF"/>
              </a:highlight>
              <a:latin typeface="Arial" panose="020B0604020202020204" pitchFamily="34" charset="0"/>
              <a:cs typeface="Arial" panose="020B0604020202020204" pitchFamily="34" charset="0"/>
            </a:endParaRPr>
          </a:p>
          <a:p>
            <a:pPr algn="just"/>
            <a:r>
              <a:rPr lang="en-IN" b="0" i="0" dirty="0">
                <a:solidFill>
                  <a:srgbClr val="000000"/>
                </a:solidFill>
                <a:effectLst/>
                <a:highlight>
                  <a:srgbClr val="FFFFFF"/>
                </a:highlight>
                <a:latin typeface="Arial" panose="020B0604020202020204" pitchFamily="34" charset="0"/>
                <a:cs typeface="Arial" panose="020B0604020202020204" pitchFamily="34" charset="0"/>
              </a:rPr>
              <a:t>The LPU™ Inference Engine by </a:t>
            </a:r>
            <a:r>
              <a:rPr lang="en-IN" b="0" i="0" dirty="0" err="1">
                <a:solidFill>
                  <a:srgbClr val="000000"/>
                </a:solidFill>
                <a:effectLst/>
                <a:highlight>
                  <a:srgbClr val="FFFFFF"/>
                </a:highlight>
                <a:latin typeface="Arial" panose="020B0604020202020204" pitchFamily="34" charset="0"/>
                <a:cs typeface="Arial" panose="020B0604020202020204" pitchFamily="34" charset="0"/>
              </a:rPr>
              <a:t>Groq</a:t>
            </a:r>
            <a:r>
              <a:rPr lang="en-IN" b="0" i="0" dirty="0">
                <a:solidFill>
                  <a:srgbClr val="000000"/>
                </a:solidFill>
                <a:effectLst/>
                <a:highlight>
                  <a:srgbClr val="FFFFFF"/>
                </a:highlight>
                <a:latin typeface="Arial" panose="020B0604020202020204" pitchFamily="34" charset="0"/>
                <a:cs typeface="Arial" panose="020B0604020202020204" pitchFamily="34" charset="0"/>
              </a:rPr>
              <a:t> is a hardware</a:t>
            </a:r>
          </a:p>
          <a:p>
            <a:pPr marL="0" indent="0" algn="just">
              <a:buNone/>
            </a:pPr>
            <a:r>
              <a:rPr lang="en-IN" b="0" i="0" dirty="0">
                <a:solidFill>
                  <a:srgbClr val="000000"/>
                </a:solidFill>
                <a:effectLst/>
                <a:highlight>
                  <a:srgbClr val="FFFFFF"/>
                </a:highlight>
                <a:latin typeface="Arial" panose="020B0604020202020204" pitchFamily="34" charset="0"/>
                <a:cs typeface="Arial" panose="020B0604020202020204" pitchFamily="34" charset="0"/>
              </a:rPr>
              <a:t> and software platform that delivers exceptional </a:t>
            </a:r>
          </a:p>
          <a:p>
            <a:pPr marL="0" indent="0" algn="just">
              <a:buNone/>
            </a:pPr>
            <a:r>
              <a:rPr lang="en-IN" dirty="0">
                <a:highlight>
                  <a:srgbClr val="FFFFFF"/>
                </a:highlight>
                <a:latin typeface="Arial" panose="020B0604020202020204" pitchFamily="34" charset="0"/>
                <a:cs typeface="Arial" panose="020B0604020202020204" pitchFamily="34" charset="0"/>
              </a:rPr>
              <a:t> </a:t>
            </a:r>
            <a:r>
              <a:rPr lang="en-IN" b="0" i="0" dirty="0">
                <a:solidFill>
                  <a:srgbClr val="000000"/>
                </a:solidFill>
                <a:effectLst/>
                <a:highlight>
                  <a:srgbClr val="FFFFFF"/>
                </a:highlight>
                <a:latin typeface="Arial" panose="020B0604020202020204" pitchFamily="34" charset="0"/>
                <a:cs typeface="Arial" panose="020B0604020202020204" pitchFamily="34" charset="0"/>
              </a:rPr>
              <a:t>compute speed, quality, and energy efficiency. </a:t>
            </a:r>
          </a:p>
          <a:p>
            <a:pPr marL="0" indent="0" algn="just">
              <a:buNone/>
            </a:pPr>
            <a:endParaRPr lang="en-IN" b="0" i="0" dirty="0">
              <a:solidFill>
                <a:srgbClr val="000000"/>
              </a:solidFill>
              <a:effectLst/>
              <a:highlight>
                <a:srgbClr val="FFFFFF"/>
              </a:highlight>
              <a:latin typeface="Arial" panose="020B0604020202020204" pitchFamily="34" charset="0"/>
              <a:cs typeface="Arial" panose="020B0604020202020204" pitchFamily="34" charset="0"/>
            </a:endParaRPr>
          </a:p>
          <a:p>
            <a:pPr algn="just"/>
            <a:r>
              <a:rPr lang="en-IN" b="0" i="0" dirty="0" err="1">
                <a:solidFill>
                  <a:srgbClr val="000000"/>
                </a:solidFill>
                <a:effectLst/>
                <a:highlight>
                  <a:srgbClr val="FFFFFF"/>
                </a:highlight>
                <a:latin typeface="Arial" panose="020B0604020202020204" pitchFamily="34" charset="0"/>
                <a:cs typeface="Arial" panose="020B0604020202020204" pitchFamily="34" charset="0"/>
              </a:rPr>
              <a:t>Groq</a:t>
            </a:r>
            <a:r>
              <a:rPr lang="en-IN" b="0" i="0" dirty="0">
                <a:solidFill>
                  <a:srgbClr val="000000"/>
                </a:solidFill>
                <a:effectLst/>
                <a:highlight>
                  <a:srgbClr val="FFFFFF"/>
                </a:highlight>
                <a:latin typeface="Arial" panose="020B0604020202020204" pitchFamily="34" charset="0"/>
                <a:cs typeface="Arial" panose="020B0604020202020204" pitchFamily="34" charset="0"/>
              </a:rPr>
              <a:t>, headquartered in Silicon Valley, provides cloud and on-prem solutions at scale for AI applications. The LPU and related systems are designed, fabricated, and assembled in North America.</a:t>
            </a:r>
          </a:p>
          <a:p>
            <a:pPr marL="0" indent="0" algn="just">
              <a:buNone/>
            </a:pPr>
            <a:endParaRPr lang="en-US" dirty="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B6389D25-FEDE-0361-06D3-24EB17B9E68B}"/>
              </a:ext>
            </a:extLst>
          </p:cNvPr>
          <p:cNvSpPr>
            <a:spLocks noGrp="1"/>
          </p:cNvSpPr>
          <p:nvPr>
            <p:ph type="title"/>
          </p:nvPr>
        </p:nvSpPr>
        <p:spPr/>
        <p:txBody>
          <a:bodyPr/>
          <a:lstStyle/>
          <a:p>
            <a:r>
              <a:rPr lang="en-US" dirty="0"/>
              <a:t>What is </a:t>
            </a:r>
            <a:r>
              <a:rPr lang="en-US" dirty="0" err="1"/>
              <a:t>Groq</a:t>
            </a:r>
            <a:r>
              <a:rPr lang="en-US" dirty="0"/>
              <a:t>?</a:t>
            </a:r>
          </a:p>
        </p:txBody>
      </p:sp>
      <p:pic>
        <p:nvPicPr>
          <p:cNvPr id="5" name="Picture 4" descr="A close-up of a chip&#10;&#10;Description automatically generated">
            <a:extLst>
              <a:ext uri="{FF2B5EF4-FFF2-40B4-BE49-F238E27FC236}">
                <a16:creationId xmlns:a16="http://schemas.microsoft.com/office/drawing/2014/main" id="{AF0A2EDB-8050-3964-B6EB-D9428C69AE28}"/>
              </a:ext>
            </a:extLst>
          </p:cNvPr>
          <p:cNvPicPr>
            <a:picLocks noChangeAspect="1"/>
          </p:cNvPicPr>
          <p:nvPr/>
        </p:nvPicPr>
        <p:blipFill rotWithShape="1">
          <a:blip r:embed="rId2">
            <a:extLst>
              <a:ext uri="{28A0092B-C50C-407E-A947-70E740481C1C}">
                <a14:useLocalDpi xmlns:a14="http://schemas.microsoft.com/office/drawing/2010/main" val="0"/>
              </a:ext>
            </a:extLst>
          </a:blip>
          <a:srcRect r="52975" b="16326"/>
          <a:stretch/>
        </p:blipFill>
        <p:spPr>
          <a:xfrm>
            <a:off x="8490717" y="1766888"/>
            <a:ext cx="3596900" cy="3928246"/>
          </a:xfrm>
          <a:prstGeom prst="rect">
            <a:avLst/>
          </a:prstGeom>
        </p:spPr>
      </p:pic>
    </p:spTree>
    <p:extLst>
      <p:ext uri="{BB962C8B-B14F-4D97-AF65-F5344CB8AC3E}">
        <p14:creationId xmlns:p14="http://schemas.microsoft.com/office/powerpoint/2010/main" val="400395425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D5EB04-2583-8D9C-BF8C-B49C6017C378}"/>
              </a:ext>
            </a:extLst>
          </p:cNvPr>
          <p:cNvPicPr>
            <a:picLocks noChangeAspect="1"/>
          </p:cNvPicPr>
          <p:nvPr/>
        </p:nvPicPr>
        <p:blipFill rotWithShape="1">
          <a:blip r:embed="rId2"/>
          <a:srcRect l="1822" t="12491" r="1904" b="246"/>
          <a:stretch/>
        </p:blipFill>
        <p:spPr>
          <a:xfrm>
            <a:off x="703139" y="1346886"/>
            <a:ext cx="10982794" cy="4843849"/>
          </a:xfrm>
          <a:prstGeom prst="rect">
            <a:avLst/>
          </a:prstGeom>
        </p:spPr>
      </p:pic>
      <p:sp>
        <p:nvSpPr>
          <p:cNvPr id="2" name="Text Placeholder 1">
            <a:extLst>
              <a:ext uri="{FF2B5EF4-FFF2-40B4-BE49-F238E27FC236}">
                <a16:creationId xmlns:a16="http://schemas.microsoft.com/office/drawing/2014/main" id="{047EAFC2-82F8-F103-D48C-27A5E7EA9494}"/>
              </a:ext>
            </a:extLst>
          </p:cNvPr>
          <p:cNvSpPr>
            <a:spLocks noGrp="1"/>
          </p:cNvSpPr>
          <p:nvPr>
            <p:ph type="body" idx="1"/>
          </p:nvPr>
        </p:nvSpPr>
        <p:spPr>
          <a:xfrm>
            <a:off x="10272713" y="1766888"/>
            <a:ext cx="1423988" cy="4741201"/>
          </a:xfrm>
        </p:spPr>
        <p:txBody>
          <a:bodyPr/>
          <a:lstStyle/>
          <a:p>
            <a:pPr marL="0" indent="0">
              <a:buNone/>
            </a:pPr>
            <a:r>
              <a:rPr lang="en-US" dirty="0"/>
              <a:t> </a:t>
            </a:r>
          </a:p>
        </p:txBody>
      </p:sp>
      <p:sp>
        <p:nvSpPr>
          <p:cNvPr id="3" name="Title 2">
            <a:extLst>
              <a:ext uri="{FF2B5EF4-FFF2-40B4-BE49-F238E27FC236}">
                <a16:creationId xmlns:a16="http://schemas.microsoft.com/office/drawing/2014/main" id="{B119F228-0070-08A2-6427-8D7887EB7B4F}"/>
              </a:ext>
            </a:extLst>
          </p:cNvPr>
          <p:cNvSpPr>
            <a:spLocks noGrp="1"/>
          </p:cNvSpPr>
          <p:nvPr>
            <p:ph type="title"/>
          </p:nvPr>
        </p:nvSpPr>
        <p:spPr/>
        <p:txBody>
          <a:bodyPr/>
          <a:lstStyle/>
          <a:p>
            <a:r>
              <a:rPr lang="en-US" dirty="0"/>
              <a:t> </a:t>
            </a:r>
            <a:r>
              <a:rPr lang="en-US" dirty="0" err="1"/>
              <a:t>Groq’s</a:t>
            </a:r>
            <a:r>
              <a:rPr lang="en-US" dirty="0"/>
              <a:t> Lineup</a:t>
            </a:r>
          </a:p>
        </p:txBody>
      </p:sp>
    </p:spTree>
    <p:extLst>
      <p:ext uri="{BB962C8B-B14F-4D97-AF65-F5344CB8AC3E}">
        <p14:creationId xmlns:p14="http://schemas.microsoft.com/office/powerpoint/2010/main" val="373405122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5A25FE-226A-96B7-18DB-1BE03F347A63}"/>
              </a:ext>
            </a:extLst>
          </p:cNvPr>
          <p:cNvSpPr>
            <a:spLocks noGrp="1"/>
          </p:cNvSpPr>
          <p:nvPr>
            <p:ph type="body" idx="1"/>
          </p:nvPr>
        </p:nvSpPr>
        <p:spPr/>
        <p:txBody>
          <a:bodyPr/>
          <a:lstStyle/>
          <a:p>
            <a:pPr algn="just"/>
            <a:r>
              <a:rPr lang="en-US" dirty="0"/>
              <a:t>In conventional architectures, performance comes with complexity in the form of complicated control circuitry, multifunctional cores, and multilevel caches.</a:t>
            </a:r>
          </a:p>
          <a:p>
            <a:pPr algn="just"/>
            <a:endParaRPr lang="en-US" dirty="0"/>
          </a:p>
          <a:p>
            <a:pPr algn="just"/>
            <a:r>
              <a:rPr lang="en-US" dirty="0"/>
              <a:t>There’s a lot of silicon, sometimes more than 60% that is not used for compute.</a:t>
            </a:r>
          </a:p>
          <a:p>
            <a:pPr algn="just"/>
            <a:endParaRPr lang="en-US" dirty="0"/>
          </a:p>
          <a:p>
            <a:pPr algn="just"/>
            <a:r>
              <a:rPr lang="en-US" dirty="0"/>
              <a:t> Unpredictability is the unavoidable consequence of out of order and speculative execution and multiple branch prediction. Multicore only compounds this problem. Unpredictability forces developers to test and validate the system iteratively and plan around the worst case performance and latency.</a:t>
            </a:r>
          </a:p>
        </p:txBody>
      </p:sp>
      <p:sp>
        <p:nvSpPr>
          <p:cNvPr id="3" name="Title 2">
            <a:extLst>
              <a:ext uri="{FF2B5EF4-FFF2-40B4-BE49-F238E27FC236}">
                <a16:creationId xmlns:a16="http://schemas.microsoft.com/office/drawing/2014/main" id="{A1F6332C-681F-401E-C0E8-931CFFB60685}"/>
              </a:ext>
            </a:extLst>
          </p:cNvPr>
          <p:cNvSpPr>
            <a:spLocks noGrp="1"/>
          </p:cNvSpPr>
          <p:nvPr>
            <p:ph type="title"/>
          </p:nvPr>
        </p:nvSpPr>
        <p:spPr/>
        <p:txBody>
          <a:bodyPr/>
          <a:lstStyle/>
          <a:p>
            <a:r>
              <a:rPr lang="en-US" dirty="0"/>
              <a:t>Problem:</a:t>
            </a:r>
          </a:p>
        </p:txBody>
      </p:sp>
    </p:spTree>
    <p:extLst>
      <p:ext uri="{BB962C8B-B14F-4D97-AF65-F5344CB8AC3E}">
        <p14:creationId xmlns:p14="http://schemas.microsoft.com/office/powerpoint/2010/main" val="226124131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85413A-0856-02A7-00D7-08CEA7E9FBD6}"/>
              </a:ext>
            </a:extLst>
          </p:cNvPr>
          <p:cNvSpPr>
            <a:spLocks noGrp="1"/>
          </p:cNvSpPr>
          <p:nvPr>
            <p:ph type="body" idx="1"/>
          </p:nvPr>
        </p:nvSpPr>
        <p:spPr>
          <a:xfrm>
            <a:off x="632882" y="1557338"/>
            <a:ext cx="11063819" cy="4950751"/>
          </a:xfrm>
        </p:spPr>
        <p:txBody>
          <a:bodyPr/>
          <a:lstStyle/>
          <a:p>
            <a:pPr marL="0" indent="0" algn="just">
              <a:buNone/>
            </a:pPr>
            <a:endParaRPr lang="en-US" dirty="0"/>
          </a:p>
          <a:p>
            <a:pPr algn="just"/>
            <a:r>
              <a:rPr lang="en-US" dirty="0" err="1"/>
              <a:t>Groq’s</a:t>
            </a:r>
            <a:r>
              <a:rPr lang="en-US" dirty="0"/>
              <a:t> Tensor Streaming Processor gets unprecedented computing power and efficiency from simplicity.</a:t>
            </a:r>
          </a:p>
          <a:p>
            <a:pPr algn="just"/>
            <a:endParaRPr lang="en-US" dirty="0"/>
          </a:p>
          <a:p>
            <a:pPr algn="just"/>
            <a:r>
              <a:rPr lang="en-US" dirty="0"/>
              <a:t>In </a:t>
            </a:r>
            <a:r>
              <a:rPr lang="en-US" dirty="0" err="1"/>
              <a:t>Groq’s</a:t>
            </a:r>
            <a:r>
              <a:rPr lang="en-US" dirty="0"/>
              <a:t> TSP architecture, all the execution planning is handled by the compiler. Only a small portion of the silicon is needed to orchestrate on chip compute resources. That leaves more room for on chip memory and arithmetic units.</a:t>
            </a:r>
          </a:p>
          <a:p>
            <a:pPr marL="0" indent="0" algn="just">
              <a:buNone/>
            </a:pPr>
            <a:endParaRPr lang="en-US" dirty="0"/>
          </a:p>
          <a:p>
            <a:pPr algn="just"/>
            <a:r>
              <a:rPr lang="en-US" dirty="0"/>
              <a:t> Data streams into the array of ALUs at a bandwidth of 80 terabytes per second.</a:t>
            </a:r>
          </a:p>
        </p:txBody>
      </p:sp>
      <p:sp>
        <p:nvSpPr>
          <p:cNvPr id="3" name="Title 2">
            <a:extLst>
              <a:ext uri="{FF2B5EF4-FFF2-40B4-BE49-F238E27FC236}">
                <a16:creationId xmlns:a16="http://schemas.microsoft.com/office/drawing/2014/main" id="{91C5AB4B-5133-4D1C-8B0D-0981D5A1E03A}"/>
              </a:ext>
            </a:extLst>
          </p:cNvPr>
          <p:cNvSpPr>
            <a:spLocks noGrp="1"/>
          </p:cNvSpPr>
          <p:nvPr>
            <p:ph type="title"/>
          </p:nvPr>
        </p:nvSpPr>
        <p:spPr/>
        <p:txBody>
          <a:bodyPr/>
          <a:lstStyle/>
          <a:p>
            <a:r>
              <a:rPr lang="en-US" dirty="0"/>
              <a:t>Solution to this problem:</a:t>
            </a:r>
          </a:p>
        </p:txBody>
      </p:sp>
    </p:spTree>
    <p:extLst>
      <p:ext uri="{BB962C8B-B14F-4D97-AF65-F5344CB8AC3E}">
        <p14:creationId xmlns:p14="http://schemas.microsoft.com/office/powerpoint/2010/main" val="152280597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0DAADB-403C-3F03-BA05-4D22CD10A0F2}"/>
              </a:ext>
            </a:extLst>
          </p:cNvPr>
          <p:cNvSpPr>
            <a:spLocks noGrp="1"/>
          </p:cNvSpPr>
          <p:nvPr>
            <p:ph type="body" idx="1"/>
          </p:nvPr>
        </p:nvSpPr>
        <p:spPr>
          <a:xfrm>
            <a:off x="10147201" y="2705661"/>
            <a:ext cx="1497112" cy="2499008"/>
          </a:xfrm>
        </p:spPr>
        <p:txBody>
          <a:bodyPr/>
          <a:lstStyle/>
          <a:p>
            <a:pPr marL="0" indent="0">
              <a:buNone/>
            </a:pPr>
            <a:r>
              <a:rPr lang="en-US" dirty="0"/>
              <a:t> </a:t>
            </a:r>
          </a:p>
        </p:txBody>
      </p:sp>
      <p:sp>
        <p:nvSpPr>
          <p:cNvPr id="3" name="Title 2">
            <a:extLst>
              <a:ext uri="{FF2B5EF4-FFF2-40B4-BE49-F238E27FC236}">
                <a16:creationId xmlns:a16="http://schemas.microsoft.com/office/drawing/2014/main" id="{6FE45F87-F0AF-0CF5-17A7-38F859D3414A}"/>
              </a:ext>
            </a:extLst>
          </p:cNvPr>
          <p:cNvSpPr>
            <a:spLocks noGrp="1"/>
          </p:cNvSpPr>
          <p:nvPr>
            <p:ph type="title"/>
          </p:nvPr>
        </p:nvSpPr>
        <p:spPr/>
        <p:txBody>
          <a:bodyPr/>
          <a:lstStyle/>
          <a:p>
            <a:r>
              <a:rPr lang="en-US" dirty="0" err="1"/>
              <a:t>Groq</a:t>
            </a:r>
            <a:r>
              <a:rPr lang="en-US" dirty="0"/>
              <a:t> architecture</a:t>
            </a:r>
          </a:p>
        </p:txBody>
      </p:sp>
      <p:pic>
        <p:nvPicPr>
          <p:cNvPr id="1026" name="Picture 2">
            <a:extLst>
              <a:ext uri="{FF2B5EF4-FFF2-40B4-BE49-F238E27FC236}">
                <a16:creationId xmlns:a16="http://schemas.microsoft.com/office/drawing/2014/main" id="{0E6ACB05-05F9-ADC0-885E-6A4A7C8CC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226" y="938772"/>
            <a:ext cx="8172451" cy="5334401"/>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00636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CA793C-E7A3-EAD6-518E-5C86EE67E030}"/>
              </a:ext>
            </a:extLst>
          </p:cNvPr>
          <p:cNvSpPr>
            <a:spLocks noGrp="1"/>
          </p:cNvSpPr>
          <p:nvPr>
            <p:ph type="body" idx="1"/>
          </p:nvPr>
        </p:nvSpPr>
        <p:spPr/>
        <p:txBody>
          <a:bodyPr/>
          <a:lstStyle/>
          <a:p>
            <a:pPr marL="0" indent="0">
              <a:buNone/>
            </a:pPr>
            <a:r>
              <a:rPr lang="en-US" dirty="0"/>
              <a:t> </a:t>
            </a:r>
          </a:p>
        </p:txBody>
      </p:sp>
      <p:sp>
        <p:nvSpPr>
          <p:cNvPr id="3" name="Title 2">
            <a:extLst>
              <a:ext uri="{FF2B5EF4-FFF2-40B4-BE49-F238E27FC236}">
                <a16:creationId xmlns:a16="http://schemas.microsoft.com/office/drawing/2014/main" id="{E460F4B6-D6FC-1A43-DB34-22AE34EA03AA}"/>
              </a:ext>
            </a:extLst>
          </p:cNvPr>
          <p:cNvSpPr>
            <a:spLocks noGrp="1"/>
          </p:cNvSpPr>
          <p:nvPr>
            <p:ph type="title"/>
          </p:nvPr>
        </p:nvSpPr>
        <p:spPr/>
        <p:txBody>
          <a:bodyPr/>
          <a:lstStyle/>
          <a:p>
            <a:r>
              <a:rPr lang="en-US" dirty="0" err="1"/>
              <a:t>Groq</a:t>
            </a:r>
            <a:r>
              <a:rPr lang="en-US" dirty="0"/>
              <a:t> architecture</a:t>
            </a:r>
          </a:p>
        </p:txBody>
      </p:sp>
      <p:pic>
        <p:nvPicPr>
          <p:cNvPr id="6" name="Groq Architecture~5">
            <a:hlinkClick r:id="" action="ppaction://media"/>
            <a:extLst>
              <a:ext uri="{FF2B5EF4-FFF2-40B4-BE49-F238E27FC236}">
                <a16:creationId xmlns:a16="http://schemas.microsoft.com/office/drawing/2014/main" id="{DDDC6B63-08E8-38BD-6824-CD1FBCCA458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95299" y="1142999"/>
            <a:ext cx="11063818" cy="5237781"/>
          </a:xfrm>
          <a:prstGeom prst="rect">
            <a:avLst/>
          </a:prstGeom>
          <a:effectLst>
            <a:softEdge rad="63500"/>
          </a:effectLst>
        </p:spPr>
      </p:pic>
    </p:spTree>
    <p:extLst>
      <p:ext uri="{BB962C8B-B14F-4D97-AF65-F5344CB8AC3E}">
        <p14:creationId xmlns:p14="http://schemas.microsoft.com/office/powerpoint/2010/main" val="91712366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12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A508CF-F62B-E781-87B5-7E98720916CE}"/>
              </a:ext>
            </a:extLst>
          </p:cNvPr>
          <p:cNvSpPr>
            <a:spLocks noGrp="1"/>
          </p:cNvSpPr>
          <p:nvPr>
            <p:ph type="body" idx="1"/>
          </p:nvPr>
        </p:nvSpPr>
        <p:spPr>
          <a:xfrm>
            <a:off x="732894" y="1828800"/>
            <a:ext cx="11063819" cy="4364963"/>
          </a:xfrm>
        </p:spPr>
        <p:txBody>
          <a:bodyPr/>
          <a:lstStyle/>
          <a:p>
            <a:pPr algn="just"/>
            <a:r>
              <a:rPr lang="en-US" dirty="0"/>
              <a:t>As data is read out of memory, the compiler ensures new instructions are provided for processing the data streaming through the compute logic. </a:t>
            </a:r>
          </a:p>
          <a:p>
            <a:pPr algn="just"/>
            <a:endParaRPr lang="en-US" dirty="0"/>
          </a:p>
          <a:p>
            <a:pPr algn="just"/>
            <a:r>
              <a:rPr lang="en-US" dirty="0"/>
              <a:t>This process continues as new data is read. The TSP is reconfigured by the software every cycle with results returning to globally shared memory.</a:t>
            </a:r>
          </a:p>
          <a:p>
            <a:pPr marL="0" indent="0" algn="just">
              <a:buNone/>
            </a:pPr>
            <a:endParaRPr lang="en-US" dirty="0"/>
          </a:p>
          <a:p>
            <a:pPr algn="just"/>
            <a:r>
              <a:rPr lang="en-US" dirty="0"/>
              <a:t>Because the data is always streaming, latency is dramatically reduced.</a:t>
            </a:r>
          </a:p>
        </p:txBody>
      </p:sp>
      <p:sp>
        <p:nvSpPr>
          <p:cNvPr id="3" name="Title 2">
            <a:extLst>
              <a:ext uri="{FF2B5EF4-FFF2-40B4-BE49-F238E27FC236}">
                <a16:creationId xmlns:a16="http://schemas.microsoft.com/office/drawing/2014/main" id="{13F43469-E4BC-6B06-ABDC-FA163C61FA2A}"/>
              </a:ext>
            </a:extLst>
          </p:cNvPr>
          <p:cNvSpPr>
            <a:spLocks noGrp="1"/>
          </p:cNvSpPr>
          <p:nvPr>
            <p:ph type="title"/>
          </p:nvPr>
        </p:nvSpPr>
        <p:spPr/>
        <p:txBody>
          <a:bodyPr/>
          <a:lstStyle/>
          <a:p>
            <a:r>
              <a:rPr lang="en-US" dirty="0"/>
              <a:t>Here's how it works.</a:t>
            </a:r>
          </a:p>
        </p:txBody>
      </p:sp>
    </p:spTree>
    <p:extLst>
      <p:ext uri="{BB962C8B-B14F-4D97-AF65-F5344CB8AC3E}">
        <p14:creationId xmlns:p14="http://schemas.microsoft.com/office/powerpoint/2010/main" val="75917768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2238EE-F624-762F-6145-1E296C77083C}"/>
              </a:ext>
            </a:extLst>
          </p:cNvPr>
          <p:cNvSpPr>
            <a:spLocks noGrp="1"/>
          </p:cNvSpPr>
          <p:nvPr>
            <p:ph type="body" idx="1"/>
          </p:nvPr>
        </p:nvSpPr>
        <p:spPr>
          <a:xfrm>
            <a:off x="564090" y="1478791"/>
            <a:ext cx="11063819" cy="4564822"/>
          </a:xfrm>
        </p:spPr>
        <p:txBody>
          <a:bodyPr>
            <a:normAutofit fontScale="92500" lnSpcReduction="10000"/>
          </a:bodyPr>
          <a:lstStyle/>
          <a:p>
            <a:pPr marL="0" indent="0" algn="l">
              <a:buNone/>
            </a:pPr>
            <a:endParaRPr lang="en-IN" b="1" dirty="0">
              <a:solidFill>
                <a:srgbClr val="13343B"/>
              </a:solidFill>
              <a:highlight>
                <a:srgbClr val="FCFCF9"/>
              </a:highlight>
              <a:latin typeface="__fkGroteskNeue_598ab8"/>
            </a:endParaRPr>
          </a:p>
          <a:p>
            <a:pPr marL="0" indent="0" algn="l">
              <a:buNone/>
            </a:pPr>
            <a:r>
              <a:rPr lang="en-IN" b="1" i="0" dirty="0">
                <a:solidFill>
                  <a:srgbClr val="13343B"/>
                </a:solidFill>
                <a:effectLst/>
                <a:highlight>
                  <a:srgbClr val="FCFCF9"/>
                </a:highlight>
                <a:latin typeface="__fkGroteskNeue_598ab8"/>
              </a:rPr>
              <a:t>Specialized for Natural Language Processing (NLP) Tasks</a:t>
            </a:r>
          </a:p>
          <a:p>
            <a:pPr marL="0" indent="0" algn="l">
              <a:buNone/>
            </a:pPr>
            <a:endParaRPr lang="en-IN" b="1" i="0" dirty="0">
              <a:solidFill>
                <a:srgbClr val="13343B"/>
              </a:solidFill>
              <a:effectLst/>
              <a:highlight>
                <a:srgbClr val="FCFCF9"/>
              </a:highlight>
              <a:latin typeface="__fkGroteskNeue_598ab8"/>
            </a:endParaRPr>
          </a:p>
          <a:p>
            <a:r>
              <a:rPr lang="en-IN" b="0" i="0" dirty="0" err="1">
                <a:solidFill>
                  <a:srgbClr val="13343B"/>
                </a:solidFill>
                <a:effectLst/>
                <a:highlight>
                  <a:srgbClr val="FCFCF9"/>
                </a:highlight>
                <a:latin typeface="__fkGroteskNeue_598ab8"/>
              </a:rPr>
              <a:t>Groq's</a:t>
            </a:r>
            <a:r>
              <a:rPr lang="en-IN" b="0" i="0" dirty="0">
                <a:solidFill>
                  <a:srgbClr val="13343B"/>
                </a:solidFill>
                <a:effectLst/>
                <a:highlight>
                  <a:srgbClr val="FCFCF9"/>
                </a:highlight>
                <a:latin typeface="__fkGroteskNeue_598ab8"/>
              </a:rPr>
              <a:t> LPUs are purpose-built for sequential processing required for natural language understanding and generation. This specialization allows them to outperform general-purpose processors like GPUs on NLP tasks like translation, text generation, etc.</a:t>
            </a:r>
          </a:p>
          <a:p>
            <a:pPr marL="0" indent="0" algn="l">
              <a:buNone/>
            </a:pPr>
            <a:endParaRPr lang="en-IN" b="1" i="0" dirty="0">
              <a:solidFill>
                <a:srgbClr val="13343B"/>
              </a:solidFill>
              <a:effectLst/>
              <a:highlight>
                <a:srgbClr val="FCFCF9"/>
              </a:highlight>
              <a:latin typeface="__fkGroteskNeue_598ab8"/>
            </a:endParaRPr>
          </a:p>
          <a:p>
            <a:pPr marL="0" indent="0" algn="l">
              <a:buNone/>
            </a:pPr>
            <a:r>
              <a:rPr lang="en-IN" b="1" i="0" dirty="0">
                <a:solidFill>
                  <a:srgbClr val="13343B"/>
                </a:solidFill>
                <a:effectLst/>
                <a:highlight>
                  <a:srgbClr val="FCFCF9"/>
                </a:highlight>
                <a:latin typeface="__fkGroteskNeue_598ab8"/>
              </a:rPr>
              <a:t>Extremely High Throughput and Low Latency</a:t>
            </a:r>
          </a:p>
          <a:p>
            <a:pPr marL="0" indent="0" algn="l">
              <a:buNone/>
            </a:pPr>
            <a:endParaRPr lang="en-IN" b="1" i="0" dirty="0">
              <a:solidFill>
                <a:srgbClr val="13343B"/>
              </a:solidFill>
              <a:effectLst/>
              <a:highlight>
                <a:srgbClr val="FCFCF9"/>
              </a:highlight>
              <a:latin typeface="__fkGroteskNeue_598ab8"/>
            </a:endParaRPr>
          </a:p>
          <a:p>
            <a:r>
              <a:rPr lang="en-IN" b="0" i="0" dirty="0">
                <a:solidFill>
                  <a:srgbClr val="13343B"/>
                </a:solidFill>
                <a:effectLst/>
                <a:highlight>
                  <a:srgbClr val="FCFCF9"/>
                </a:highlight>
                <a:latin typeface="__fkGroteskNeue_598ab8"/>
              </a:rPr>
              <a:t>The TSM architecture enables breakthrough performance for large language model inference. As claimed in , it can handle "large language models more efficiently with a record-breaking speed of more than 100 tokens per second on a 70-billion-parameter </a:t>
            </a:r>
            <a:r>
              <a:rPr lang="en-IN" b="0" i="0" dirty="0" err="1">
                <a:solidFill>
                  <a:srgbClr val="13343B"/>
                </a:solidFill>
                <a:effectLst/>
                <a:highlight>
                  <a:srgbClr val="FCFCF9"/>
                </a:highlight>
                <a:latin typeface="__fkGroteskNeue_598ab8"/>
              </a:rPr>
              <a:t>model."This</a:t>
            </a:r>
            <a:r>
              <a:rPr lang="en-IN" b="0" i="0" dirty="0">
                <a:solidFill>
                  <a:srgbClr val="13343B"/>
                </a:solidFill>
                <a:effectLst/>
                <a:highlight>
                  <a:srgbClr val="FCFCF9"/>
                </a:highlight>
                <a:latin typeface="__fkGroteskNeue_598ab8"/>
              </a:rPr>
              <a:t> is orders of magnitude faster than traditional hardware for such large models, giving </a:t>
            </a:r>
            <a:r>
              <a:rPr lang="en-IN" b="0" i="0" dirty="0" err="1">
                <a:solidFill>
                  <a:srgbClr val="13343B"/>
                </a:solidFill>
                <a:effectLst/>
                <a:highlight>
                  <a:srgbClr val="FCFCF9"/>
                </a:highlight>
                <a:latin typeface="__fkGroteskNeue_598ab8"/>
              </a:rPr>
              <a:t>Groq</a:t>
            </a:r>
            <a:r>
              <a:rPr lang="en-IN" b="0" i="0" dirty="0">
                <a:solidFill>
                  <a:srgbClr val="13343B"/>
                </a:solidFill>
                <a:effectLst/>
                <a:highlight>
                  <a:srgbClr val="FCFCF9"/>
                </a:highlight>
                <a:latin typeface="__fkGroteskNeue_598ab8"/>
              </a:rPr>
              <a:t> a significant advantage.</a:t>
            </a:r>
            <a:endParaRPr lang="en-US" dirty="0"/>
          </a:p>
          <a:p>
            <a:endParaRPr lang="en-US" dirty="0"/>
          </a:p>
        </p:txBody>
      </p:sp>
      <p:sp>
        <p:nvSpPr>
          <p:cNvPr id="3" name="Title 2">
            <a:extLst>
              <a:ext uri="{FF2B5EF4-FFF2-40B4-BE49-F238E27FC236}">
                <a16:creationId xmlns:a16="http://schemas.microsoft.com/office/drawing/2014/main" id="{F4642C93-96C9-C86B-7277-D1118DEEFBC8}"/>
              </a:ext>
            </a:extLst>
          </p:cNvPr>
          <p:cNvSpPr>
            <a:spLocks noGrp="1"/>
          </p:cNvSpPr>
          <p:nvPr>
            <p:ph type="title"/>
          </p:nvPr>
        </p:nvSpPr>
        <p:spPr/>
        <p:txBody>
          <a:bodyPr/>
          <a:lstStyle/>
          <a:p>
            <a:r>
              <a:rPr lang="en-US" dirty="0"/>
              <a:t>Why </a:t>
            </a:r>
            <a:r>
              <a:rPr lang="en-US" dirty="0" err="1"/>
              <a:t>Groq</a:t>
            </a:r>
            <a:r>
              <a:rPr lang="en-US" dirty="0"/>
              <a:t>? And not the competitors</a:t>
            </a:r>
          </a:p>
        </p:txBody>
      </p:sp>
    </p:spTree>
    <p:extLst>
      <p:ext uri="{BB962C8B-B14F-4D97-AF65-F5344CB8AC3E}">
        <p14:creationId xmlns:p14="http://schemas.microsoft.com/office/powerpoint/2010/main" val="322466953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2A5304C-399A-75EB-CB8C-BEDEF0516876}"/>
              </a:ext>
            </a:extLst>
          </p:cNvPr>
          <p:cNvSpPr>
            <a:spLocks noGrp="1"/>
          </p:cNvSpPr>
          <p:nvPr>
            <p:ph type="body" idx="1"/>
          </p:nvPr>
        </p:nvSpPr>
        <p:spPr/>
        <p:txBody>
          <a:bodyPr/>
          <a:lstStyle/>
          <a:p>
            <a:pPr marL="0" indent="0" algn="just">
              <a:buNone/>
            </a:pPr>
            <a:r>
              <a:rPr lang="en-IN" b="1" i="0" dirty="0">
                <a:solidFill>
                  <a:srgbClr val="13343B"/>
                </a:solidFill>
                <a:effectLst/>
                <a:highlight>
                  <a:srgbClr val="FCFCF9"/>
                </a:highlight>
                <a:latin typeface="__fkGroteskNeue_598ab8"/>
              </a:rPr>
              <a:t>Deterministic and Software-Defined</a:t>
            </a:r>
          </a:p>
          <a:p>
            <a:pPr marL="0" indent="0" algn="just">
              <a:buNone/>
            </a:pPr>
            <a:endParaRPr lang="en-IN" b="0" i="0" dirty="0">
              <a:solidFill>
                <a:srgbClr val="13343B"/>
              </a:solidFill>
              <a:effectLst/>
              <a:highlight>
                <a:srgbClr val="FCFCF9"/>
              </a:highlight>
              <a:latin typeface="__fkGroteskNeue_598ab8"/>
            </a:endParaRPr>
          </a:p>
          <a:p>
            <a:pPr algn="just"/>
            <a:r>
              <a:rPr lang="en-IN" b="0" i="0" dirty="0">
                <a:solidFill>
                  <a:srgbClr val="13343B"/>
                </a:solidFill>
                <a:effectLst/>
                <a:highlight>
                  <a:srgbClr val="FCFCF9"/>
                </a:highlight>
                <a:latin typeface="__fkGroteskNeue_598ab8"/>
              </a:rPr>
              <a:t>Unlike GPUs and TPUs that have hardware-defined architectures, </a:t>
            </a:r>
            <a:r>
              <a:rPr lang="en-IN" b="0" i="0" dirty="0" err="1">
                <a:solidFill>
                  <a:srgbClr val="13343B"/>
                </a:solidFill>
                <a:effectLst/>
                <a:highlight>
                  <a:srgbClr val="FCFCF9"/>
                </a:highlight>
                <a:latin typeface="__fkGroteskNeue_598ab8"/>
              </a:rPr>
              <a:t>Groq</a:t>
            </a:r>
            <a:r>
              <a:rPr lang="en-IN" b="0" i="0" dirty="0">
                <a:solidFill>
                  <a:srgbClr val="13343B"/>
                </a:solidFill>
                <a:effectLst/>
                <a:highlight>
                  <a:srgbClr val="FCFCF9"/>
                </a:highlight>
                <a:latin typeface="__fkGroteskNeue_598ab8"/>
              </a:rPr>
              <a:t> takes a software-defined approach optimized through its compiler technology. This allows for deterministic execution crucial for AI reliability.</a:t>
            </a:r>
          </a:p>
          <a:p>
            <a:pPr algn="just"/>
            <a:endParaRPr lang="en-IN" b="0" i="0" dirty="0">
              <a:solidFill>
                <a:srgbClr val="13343B"/>
              </a:solidFill>
              <a:effectLst/>
              <a:highlight>
                <a:srgbClr val="FCFCF9"/>
              </a:highlight>
              <a:latin typeface="__fkGroteskNeue_598ab8"/>
            </a:endParaRPr>
          </a:p>
          <a:p>
            <a:pPr marL="0" indent="0" algn="just">
              <a:buNone/>
            </a:pPr>
            <a:r>
              <a:rPr lang="en-IN" b="1" i="0" dirty="0">
                <a:solidFill>
                  <a:srgbClr val="13343B"/>
                </a:solidFill>
                <a:effectLst/>
                <a:highlight>
                  <a:srgbClr val="FCFCF9"/>
                </a:highlight>
                <a:latin typeface="__fkGroteskNeue_598ab8"/>
              </a:rPr>
              <a:t>Scalable Multi-Chip Architecture</a:t>
            </a:r>
          </a:p>
          <a:p>
            <a:pPr algn="just">
              <a:buFont typeface="+mj-lt"/>
              <a:buAutoNum type="arabicPeriod" startAt="4"/>
            </a:pPr>
            <a:endParaRPr lang="en-IN" b="0" i="0" dirty="0">
              <a:solidFill>
                <a:srgbClr val="13343B"/>
              </a:solidFill>
              <a:effectLst/>
              <a:highlight>
                <a:srgbClr val="FCFCF9"/>
              </a:highlight>
              <a:latin typeface="__fkGroteskNeue_598ab8"/>
            </a:endParaRPr>
          </a:p>
          <a:p>
            <a:pPr algn="just"/>
            <a:r>
              <a:rPr lang="en-IN" b="0" i="0" dirty="0">
                <a:solidFill>
                  <a:srgbClr val="13343B"/>
                </a:solidFill>
                <a:effectLst/>
                <a:highlight>
                  <a:srgbClr val="FCFCF9"/>
                </a:highlight>
                <a:latin typeface="__fkGroteskNeue_598ab8"/>
              </a:rPr>
              <a:t>The TSM chips can be scaled out to build large multi-chip systems with globally shared memory and high bandwidth interconnects, enabling efficient scaling for massive models and </a:t>
            </a:r>
            <a:r>
              <a:rPr lang="en-IN" b="0" i="0" dirty="0" err="1">
                <a:solidFill>
                  <a:srgbClr val="13343B"/>
                </a:solidFill>
                <a:effectLst/>
                <a:highlight>
                  <a:srgbClr val="FCFCF9"/>
                </a:highlight>
                <a:latin typeface="__fkGroteskNeue_598ab8"/>
              </a:rPr>
              <a:t>workloads.While</a:t>
            </a:r>
            <a:r>
              <a:rPr lang="en-IN" b="0" i="0" dirty="0">
                <a:solidFill>
                  <a:srgbClr val="13343B"/>
                </a:solidFill>
                <a:effectLst/>
                <a:highlight>
                  <a:srgbClr val="FCFCF9"/>
                </a:highlight>
                <a:latin typeface="__fkGroteskNeue_598ab8"/>
              </a:rPr>
              <a:t> GPUs and TPUs can also scale out, </a:t>
            </a:r>
            <a:r>
              <a:rPr lang="en-IN" b="0" i="0" dirty="0" err="1">
                <a:solidFill>
                  <a:srgbClr val="13343B"/>
                </a:solidFill>
                <a:effectLst/>
                <a:highlight>
                  <a:srgbClr val="FCFCF9"/>
                </a:highlight>
                <a:latin typeface="__fkGroteskNeue_598ab8"/>
              </a:rPr>
              <a:t>Groq's</a:t>
            </a:r>
            <a:r>
              <a:rPr lang="en-IN" b="0" i="0" dirty="0">
                <a:solidFill>
                  <a:srgbClr val="13343B"/>
                </a:solidFill>
                <a:effectLst/>
                <a:highlight>
                  <a:srgbClr val="FCFCF9"/>
                </a:highlight>
                <a:latin typeface="__fkGroteskNeue_598ab8"/>
              </a:rPr>
              <a:t> architecture is explicitly designed for this from the ground up.</a:t>
            </a:r>
            <a:endParaRPr lang="en-US" dirty="0"/>
          </a:p>
        </p:txBody>
      </p:sp>
      <p:sp>
        <p:nvSpPr>
          <p:cNvPr id="8" name="Title 7">
            <a:extLst>
              <a:ext uri="{FF2B5EF4-FFF2-40B4-BE49-F238E27FC236}">
                <a16:creationId xmlns:a16="http://schemas.microsoft.com/office/drawing/2014/main" id="{9C9D456E-80F8-2BD8-98E6-B06B09FD0A82}"/>
              </a:ext>
            </a:extLst>
          </p:cNvPr>
          <p:cNvSpPr>
            <a:spLocks noGrp="1"/>
          </p:cNvSpPr>
          <p:nvPr>
            <p:ph type="title"/>
          </p:nvPr>
        </p:nvSpPr>
        <p:spPr/>
        <p:txBody>
          <a:bodyPr/>
          <a:lstStyle/>
          <a:p>
            <a:r>
              <a:rPr lang="en-US" dirty="0"/>
              <a:t>Why </a:t>
            </a:r>
            <a:r>
              <a:rPr lang="en-US" dirty="0" err="1"/>
              <a:t>Groq</a:t>
            </a:r>
            <a:r>
              <a:rPr lang="en-US" dirty="0"/>
              <a:t>?</a:t>
            </a:r>
          </a:p>
        </p:txBody>
      </p:sp>
    </p:spTree>
    <p:extLst>
      <p:ext uri="{BB962C8B-B14F-4D97-AF65-F5344CB8AC3E}">
        <p14:creationId xmlns:p14="http://schemas.microsoft.com/office/powerpoint/2010/main" val="397940604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12A3CE-76C8-56FC-6E31-F54271BBC674}"/>
              </a:ext>
            </a:extLst>
          </p:cNvPr>
          <p:cNvSpPr>
            <a:spLocks noGrp="1"/>
          </p:cNvSpPr>
          <p:nvPr>
            <p:ph type="body" idx="1"/>
          </p:nvPr>
        </p:nvSpPr>
        <p:spPr/>
        <p:txBody>
          <a:bodyPr/>
          <a:lstStyle/>
          <a:p>
            <a:pPr marL="0" indent="0" algn="just">
              <a:buNone/>
            </a:pPr>
            <a:r>
              <a:rPr lang="en-IN" b="1" i="0" dirty="0">
                <a:solidFill>
                  <a:srgbClr val="13343B"/>
                </a:solidFill>
                <a:effectLst/>
                <a:highlight>
                  <a:srgbClr val="FCFCF9"/>
                </a:highlight>
                <a:latin typeface="__fkGroteskNeue_598ab8"/>
              </a:rPr>
              <a:t>Power and Cost Efficiency</a:t>
            </a:r>
          </a:p>
          <a:p>
            <a:pPr marL="0" indent="0" algn="just">
              <a:buNone/>
            </a:pPr>
            <a:endParaRPr lang="en-IN" b="1" i="0" dirty="0">
              <a:solidFill>
                <a:srgbClr val="13343B"/>
              </a:solidFill>
              <a:effectLst/>
              <a:highlight>
                <a:srgbClr val="FCFCF9"/>
              </a:highlight>
              <a:latin typeface="__fkGroteskNeue_598ab8"/>
            </a:endParaRPr>
          </a:p>
          <a:p>
            <a:pPr algn="just"/>
            <a:r>
              <a:rPr lang="en-IN" b="0" i="0" dirty="0" err="1">
                <a:solidFill>
                  <a:srgbClr val="13343B"/>
                </a:solidFill>
                <a:effectLst/>
                <a:highlight>
                  <a:srgbClr val="FCFCF9"/>
                </a:highlight>
                <a:latin typeface="__fkGroteskNeue_598ab8"/>
              </a:rPr>
              <a:t>Groq</a:t>
            </a:r>
            <a:r>
              <a:rPr lang="en-IN" b="0" i="0" dirty="0">
                <a:solidFill>
                  <a:srgbClr val="13343B"/>
                </a:solidFill>
                <a:effectLst/>
                <a:highlight>
                  <a:srgbClr val="FCFCF9"/>
                </a:highlight>
                <a:latin typeface="__fkGroteskNeue_598ab8"/>
              </a:rPr>
              <a:t> claims its software-first approach results in lower power consumption and costs compared to running large models on GPUs or TPUs.</a:t>
            </a:r>
          </a:p>
          <a:p>
            <a:pPr algn="just"/>
            <a:r>
              <a:rPr lang="en-IN" b="0" i="0" dirty="0">
                <a:solidFill>
                  <a:srgbClr val="13343B"/>
                </a:solidFill>
                <a:effectLst/>
                <a:highlight>
                  <a:srgbClr val="FCFCF9"/>
                </a:highlight>
                <a:latin typeface="__fkGroteskNeue_598ab8"/>
              </a:rPr>
              <a:t>While Nvidia and Google have been leaders in AI hardware, </a:t>
            </a:r>
            <a:r>
              <a:rPr lang="en-IN" b="0" i="0" dirty="0" err="1">
                <a:solidFill>
                  <a:srgbClr val="13343B"/>
                </a:solidFill>
                <a:effectLst/>
                <a:highlight>
                  <a:srgbClr val="FCFCF9"/>
                </a:highlight>
                <a:latin typeface="__fkGroteskNeue_598ab8"/>
              </a:rPr>
              <a:t>Groq's</a:t>
            </a:r>
            <a:r>
              <a:rPr lang="en-IN" b="0" i="0" dirty="0">
                <a:solidFill>
                  <a:srgbClr val="13343B"/>
                </a:solidFill>
                <a:effectLst/>
                <a:highlight>
                  <a:srgbClr val="FCFCF9"/>
                </a:highlight>
                <a:latin typeface="__fkGroteskNeue_598ab8"/>
              </a:rPr>
              <a:t> innovative architecture optimized specifically for large language model inference gives it a compelling performance advantage for these rapidly growing workloads. Its deterministic software-defined nature, efficient scalability, and potential cost/power benefits position it as an attractive alternative, though it may need to co-exist with rather than fully replace other solutions.</a:t>
            </a:r>
            <a:br>
              <a:rPr lang="en-IN" b="0" i="0" dirty="0">
                <a:solidFill>
                  <a:srgbClr val="13343B"/>
                </a:solidFill>
                <a:effectLst/>
                <a:highlight>
                  <a:srgbClr val="FCFCF9"/>
                </a:highlight>
                <a:latin typeface="__fkGroteskNeue_598ab8"/>
              </a:rPr>
            </a:br>
            <a:endParaRPr lang="en-US" dirty="0"/>
          </a:p>
        </p:txBody>
      </p:sp>
      <p:sp>
        <p:nvSpPr>
          <p:cNvPr id="3" name="Title 2">
            <a:extLst>
              <a:ext uri="{FF2B5EF4-FFF2-40B4-BE49-F238E27FC236}">
                <a16:creationId xmlns:a16="http://schemas.microsoft.com/office/drawing/2014/main" id="{7CBBB3B4-E9B2-CAC6-0A74-143441DB10EF}"/>
              </a:ext>
            </a:extLst>
          </p:cNvPr>
          <p:cNvSpPr>
            <a:spLocks noGrp="1"/>
          </p:cNvSpPr>
          <p:nvPr>
            <p:ph type="title"/>
          </p:nvPr>
        </p:nvSpPr>
        <p:spPr/>
        <p:txBody>
          <a:bodyPr/>
          <a:lstStyle/>
          <a:p>
            <a:r>
              <a:rPr lang="en-US" dirty="0"/>
              <a:t>Why </a:t>
            </a:r>
            <a:r>
              <a:rPr lang="en-US" dirty="0" err="1"/>
              <a:t>Groq</a:t>
            </a:r>
            <a:r>
              <a:rPr lang="en-US" dirty="0"/>
              <a:t>?</a:t>
            </a:r>
          </a:p>
        </p:txBody>
      </p:sp>
    </p:spTree>
    <p:extLst>
      <p:ext uri="{BB962C8B-B14F-4D97-AF65-F5344CB8AC3E}">
        <p14:creationId xmlns:p14="http://schemas.microsoft.com/office/powerpoint/2010/main" val="211437317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56DCBC-A745-9921-00BF-CFF0536C0DCC}"/>
              </a:ext>
            </a:extLst>
          </p:cNvPr>
          <p:cNvSpPr>
            <a:spLocks noGrp="1"/>
          </p:cNvSpPr>
          <p:nvPr>
            <p:ph type="body" idx="1"/>
          </p:nvPr>
        </p:nvSpPr>
        <p:spPr>
          <a:xfrm>
            <a:off x="632882" y="1766888"/>
            <a:ext cx="5239281" cy="4741201"/>
          </a:xfrm>
        </p:spPr>
        <p:txBody>
          <a:bodyPr/>
          <a:lstStyle/>
          <a:p>
            <a:pPr algn="just"/>
            <a:endParaRPr lang="en-US" dirty="0"/>
          </a:p>
          <a:p>
            <a:pPr marL="0" indent="0" algn="just">
              <a:buNone/>
            </a:pPr>
            <a:r>
              <a:rPr lang="en-US" b="1" dirty="0"/>
              <a:t>1. Natural Language Processing: Extra Accuracy and Speed </a:t>
            </a:r>
          </a:p>
          <a:p>
            <a:pPr marL="0" indent="0" algn="just">
              <a:buNone/>
            </a:pPr>
            <a:endParaRPr lang="en-US" dirty="0"/>
          </a:p>
          <a:p>
            <a:pPr marL="0" indent="0" algn="just">
              <a:buNone/>
            </a:pPr>
            <a:r>
              <a:rPr lang="en-US" dirty="0"/>
              <a:t>Natural Language Processing or NLP is a technology that combines computational linguistics with statistical and machine learning models to understand and generate text and speech. It’s a sub-branch of AI and has wide use cases in speech-to-text processing.</a:t>
            </a:r>
          </a:p>
          <a:p>
            <a:pPr algn="just"/>
            <a:endParaRPr lang="en-US" dirty="0"/>
          </a:p>
        </p:txBody>
      </p:sp>
      <p:sp>
        <p:nvSpPr>
          <p:cNvPr id="3" name="Title 2">
            <a:extLst>
              <a:ext uri="{FF2B5EF4-FFF2-40B4-BE49-F238E27FC236}">
                <a16:creationId xmlns:a16="http://schemas.microsoft.com/office/drawing/2014/main" id="{9C80B2EA-263F-0942-D346-987DEE4E9F2D}"/>
              </a:ext>
            </a:extLst>
          </p:cNvPr>
          <p:cNvSpPr>
            <a:spLocks noGrp="1"/>
          </p:cNvSpPr>
          <p:nvPr>
            <p:ph type="title"/>
          </p:nvPr>
        </p:nvSpPr>
        <p:spPr/>
        <p:txBody>
          <a:bodyPr/>
          <a:lstStyle/>
          <a:p>
            <a:r>
              <a:rPr lang="en-US" dirty="0"/>
              <a:t>Applications of </a:t>
            </a:r>
            <a:r>
              <a:rPr lang="en-US" dirty="0" err="1"/>
              <a:t>Groq</a:t>
            </a:r>
            <a:endParaRPr lang="en-US" dirty="0"/>
          </a:p>
        </p:txBody>
      </p:sp>
      <p:pic>
        <p:nvPicPr>
          <p:cNvPr id="3078" name="Picture 6" descr="Unraveling the Mysteries of Natural Language Processing - Studying Engineer">
            <a:extLst>
              <a:ext uri="{FF2B5EF4-FFF2-40B4-BE49-F238E27FC236}">
                <a16:creationId xmlns:a16="http://schemas.microsoft.com/office/drawing/2014/main" id="{5D4D18B9-9B47-60E3-0319-EE243CF30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2163" y="2157062"/>
            <a:ext cx="6191250" cy="3579502"/>
          </a:xfrm>
          <a:prstGeom prst="rect">
            <a:avLst/>
          </a:prstGeom>
          <a:noFill/>
          <a:effectLst>
            <a:softEdge rad="109494"/>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26212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5D58EA-FACF-48EF-CCAD-B9A841AE6347}"/>
              </a:ext>
            </a:extLst>
          </p:cNvPr>
          <p:cNvSpPr>
            <a:spLocks noGrp="1"/>
          </p:cNvSpPr>
          <p:nvPr>
            <p:ph type="body" idx="1"/>
          </p:nvPr>
        </p:nvSpPr>
        <p:spPr>
          <a:xfrm>
            <a:off x="632883" y="1057276"/>
            <a:ext cx="5463117" cy="5450814"/>
          </a:xfrm>
        </p:spPr>
        <p:txBody>
          <a:bodyPr>
            <a:normAutofit fontScale="92500" lnSpcReduction="10000"/>
          </a:bodyPr>
          <a:lstStyle/>
          <a:p>
            <a:endParaRPr lang="en-US" b="1" dirty="0"/>
          </a:p>
          <a:p>
            <a:pPr marL="0" indent="0">
              <a:buNone/>
            </a:pPr>
            <a:r>
              <a:rPr lang="en-US" b="1" dirty="0"/>
              <a:t>2. Healthcare: Better Diagnostic </a:t>
            </a:r>
          </a:p>
          <a:p>
            <a:pPr marL="0" indent="0">
              <a:buNone/>
            </a:pPr>
            <a:endParaRPr lang="en-US" b="1" dirty="0"/>
          </a:p>
          <a:p>
            <a:pPr marL="0" indent="0">
              <a:buNone/>
            </a:pPr>
            <a:r>
              <a:rPr lang="en-US" dirty="0"/>
              <a:t>6% of 130 million people who are admitted to US emergency are misdiagnosed every year</a:t>
            </a:r>
          </a:p>
          <a:p>
            <a:pPr marL="0" indent="0">
              <a:buNone/>
            </a:pPr>
            <a:endParaRPr lang="en-US" dirty="0"/>
          </a:p>
          <a:p>
            <a:pPr marL="0" indent="0">
              <a:buNone/>
            </a:pPr>
            <a:r>
              <a:rPr lang="en-US" dirty="0"/>
              <a:t>Yes, this is shocking but true.</a:t>
            </a:r>
          </a:p>
          <a:p>
            <a:pPr marL="0" indent="0">
              <a:buNone/>
            </a:pPr>
            <a:r>
              <a:rPr lang="en-US" dirty="0"/>
              <a:t>From improving the results of medical imaging to improving the diagnosis speed, the </a:t>
            </a:r>
            <a:r>
              <a:rPr lang="en-US" dirty="0" err="1"/>
              <a:t>Groq</a:t>
            </a:r>
            <a:r>
              <a:rPr lang="en-US" dirty="0"/>
              <a:t> chip’s deep learning applications in the healthcare industry are vast and laudable. Players of this industry can use this chip for multiple applications.</a:t>
            </a:r>
          </a:p>
          <a:p>
            <a:pPr marL="0" indent="0">
              <a:buNone/>
            </a:pPr>
            <a:br>
              <a:rPr lang="en-US" dirty="0"/>
            </a:br>
            <a:endParaRPr lang="en-US" dirty="0"/>
          </a:p>
        </p:txBody>
      </p:sp>
      <p:sp>
        <p:nvSpPr>
          <p:cNvPr id="3" name="Title 2">
            <a:extLst>
              <a:ext uri="{FF2B5EF4-FFF2-40B4-BE49-F238E27FC236}">
                <a16:creationId xmlns:a16="http://schemas.microsoft.com/office/drawing/2014/main" id="{A0FF5ECD-6BFF-09F8-A886-E1EEA278E3FE}"/>
              </a:ext>
            </a:extLst>
          </p:cNvPr>
          <p:cNvSpPr>
            <a:spLocks noGrp="1"/>
          </p:cNvSpPr>
          <p:nvPr>
            <p:ph type="title"/>
          </p:nvPr>
        </p:nvSpPr>
        <p:spPr/>
        <p:txBody>
          <a:bodyPr/>
          <a:lstStyle/>
          <a:p>
            <a:r>
              <a:rPr lang="en-US" dirty="0"/>
              <a:t>Applications of </a:t>
            </a:r>
            <a:r>
              <a:rPr lang="en-US" dirty="0" err="1"/>
              <a:t>Groq</a:t>
            </a:r>
            <a:endParaRPr lang="en-US" dirty="0"/>
          </a:p>
        </p:txBody>
      </p:sp>
      <p:pic>
        <p:nvPicPr>
          <p:cNvPr id="4098" name="Picture 2" descr="AI in healthcare: what you need to know in 2021">
            <a:extLst>
              <a:ext uri="{FF2B5EF4-FFF2-40B4-BE49-F238E27FC236}">
                <a16:creationId xmlns:a16="http://schemas.microsoft.com/office/drawing/2014/main" id="{EDE5A888-B516-F2C1-84B9-933009FF1D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7926" y="1259009"/>
            <a:ext cx="5743378" cy="4541715"/>
          </a:xfrm>
          <a:prstGeom prst="rect">
            <a:avLst/>
          </a:prstGeom>
          <a:noFill/>
          <a:effectLst>
            <a:softEdge rad="92891"/>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58944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5FB9C7-3CE0-61D0-D566-2E17B72E5609}"/>
              </a:ext>
            </a:extLst>
          </p:cNvPr>
          <p:cNvSpPr>
            <a:spLocks noGrp="1"/>
          </p:cNvSpPr>
          <p:nvPr>
            <p:ph type="body" idx="1"/>
          </p:nvPr>
        </p:nvSpPr>
        <p:spPr>
          <a:xfrm>
            <a:off x="632883" y="1766888"/>
            <a:ext cx="5082118" cy="4741201"/>
          </a:xfrm>
        </p:spPr>
        <p:txBody>
          <a:bodyPr/>
          <a:lstStyle/>
          <a:p>
            <a:pPr marL="0" indent="0" algn="just">
              <a:buNone/>
            </a:pPr>
            <a:r>
              <a:rPr lang="en-US" b="1" dirty="0"/>
              <a:t>3. Finance: Real-Time Risk Analysis </a:t>
            </a:r>
          </a:p>
          <a:p>
            <a:pPr marL="0" indent="0" algn="just">
              <a:buNone/>
            </a:pPr>
            <a:endParaRPr lang="en-US" dirty="0"/>
          </a:p>
          <a:p>
            <a:pPr marL="0" indent="0" algn="just">
              <a:buNone/>
            </a:pPr>
            <a:r>
              <a:rPr lang="en-US" dirty="0"/>
              <a:t>The finance industry leverages AI to perform actions like risk &amp; investor portfolio analysis, predicting market trends, and fraud detection. </a:t>
            </a:r>
            <a:r>
              <a:rPr lang="en-US" dirty="0" err="1"/>
              <a:t>Groq</a:t>
            </a:r>
            <a:r>
              <a:rPr lang="en-US" dirty="0"/>
              <a:t> chip’s deep learning applications in industry are going to foster precision in each of these actions.</a:t>
            </a:r>
          </a:p>
          <a:p>
            <a:pPr marL="0" indent="0" algn="just">
              <a:buNone/>
            </a:pPr>
            <a:endParaRPr lang="en-US" dirty="0"/>
          </a:p>
        </p:txBody>
      </p:sp>
      <p:sp>
        <p:nvSpPr>
          <p:cNvPr id="3" name="Title 2">
            <a:extLst>
              <a:ext uri="{FF2B5EF4-FFF2-40B4-BE49-F238E27FC236}">
                <a16:creationId xmlns:a16="http://schemas.microsoft.com/office/drawing/2014/main" id="{14C836D0-5722-7F66-8558-B30FA2739CC5}"/>
              </a:ext>
            </a:extLst>
          </p:cNvPr>
          <p:cNvSpPr>
            <a:spLocks noGrp="1"/>
          </p:cNvSpPr>
          <p:nvPr>
            <p:ph type="title"/>
          </p:nvPr>
        </p:nvSpPr>
        <p:spPr/>
        <p:txBody>
          <a:bodyPr/>
          <a:lstStyle/>
          <a:p>
            <a:r>
              <a:rPr lang="en-US" dirty="0"/>
              <a:t>Applications of </a:t>
            </a:r>
            <a:r>
              <a:rPr lang="en-US" dirty="0" err="1"/>
              <a:t>Groq</a:t>
            </a:r>
            <a:endParaRPr lang="en-US" dirty="0"/>
          </a:p>
        </p:txBody>
      </p:sp>
      <p:pic>
        <p:nvPicPr>
          <p:cNvPr id="5122" name="Picture 2" descr="Understanding the Role of AI in Redefining Financial Risk Assessment | by  Flagright | Medium">
            <a:extLst>
              <a:ext uri="{FF2B5EF4-FFF2-40B4-BE49-F238E27FC236}">
                <a16:creationId xmlns:a16="http://schemas.microsoft.com/office/drawing/2014/main" id="{AE79B1FA-ACCB-A04C-89E1-8046D38543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0738" y="1643062"/>
            <a:ext cx="6095246" cy="4157663"/>
          </a:xfrm>
          <a:prstGeom prst="rect">
            <a:avLst/>
          </a:prstGeom>
          <a:noFill/>
          <a:effectLst>
            <a:softEdge rad="137286"/>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80269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9F4A5F-6742-4690-C6A1-C85A16578293}"/>
              </a:ext>
            </a:extLst>
          </p:cNvPr>
          <p:cNvSpPr>
            <a:spLocks noGrp="1"/>
          </p:cNvSpPr>
          <p:nvPr>
            <p:ph type="body" idx="1"/>
          </p:nvPr>
        </p:nvSpPr>
        <p:spPr>
          <a:xfrm>
            <a:off x="632883" y="1766888"/>
            <a:ext cx="4996392" cy="4741201"/>
          </a:xfrm>
        </p:spPr>
        <p:txBody>
          <a:bodyPr/>
          <a:lstStyle/>
          <a:p>
            <a:pPr marL="0" indent="0" algn="just">
              <a:buNone/>
            </a:pPr>
            <a:r>
              <a:rPr lang="en-US" b="1" dirty="0"/>
              <a:t>4. Legal: Quick Case Dispersal</a:t>
            </a:r>
          </a:p>
          <a:p>
            <a:pPr marL="0" indent="0" algn="just">
              <a:buNone/>
            </a:pPr>
            <a:r>
              <a:rPr lang="en-US" b="1" dirty="0"/>
              <a:t> </a:t>
            </a:r>
          </a:p>
          <a:p>
            <a:pPr marL="0" indent="0" algn="just">
              <a:buNone/>
            </a:pPr>
            <a:r>
              <a:rPr lang="en-US" dirty="0"/>
              <a:t>The legal industry is dealing with issues like delayed dispersal, a high number of pending cases, and a lack of evidence. One of the most useful </a:t>
            </a:r>
            <a:r>
              <a:rPr lang="en-US" dirty="0" err="1"/>
              <a:t>Groq</a:t>
            </a:r>
            <a:r>
              <a:rPr lang="en-US" dirty="0"/>
              <a:t> chips applications in industries is for the legal domain where it can take up the work efficiencies of court and  lawyers at new highs.</a:t>
            </a:r>
          </a:p>
          <a:p>
            <a:endParaRPr lang="en-US" dirty="0"/>
          </a:p>
        </p:txBody>
      </p:sp>
      <p:sp>
        <p:nvSpPr>
          <p:cNvPr id="3" name="Title 2">
            <a:extLst>
              <a:ext uri="{FF2B5EF4-FFF2-40B4-BE49-F238E27FC236}">
                <a16:creationId xmlns:a16="http://schemas.microsoft.com/office/drawing/2014/main" id="{8A3C3B9D-03FC-DBD9-0F02-9057E1530191}"/>
              </a:ext>
            </a:extLst>
          </p:cNvPr>
          <p:cNvSpPr>
            <a:spLocks noGrp="1"/>
          </p:cNvSpPr>
          <p:nvPr>
            <p:ph type="title"/>
          </p:nvPr>
        </p:nvSpPr>
        <p:spPr/>
        <p:txBody>
          <a:bodyPr/>
          <a:lstStyle/>
          <a:p>
            <a:r>
              <a:rPr lang="en-US" dirty="0"/>
              <a:t>Applications of </a:t>
            </a:r>
            <a:r>
              <a:rPr lang="en-US" dirty="0" err="1"/>
              <a:t>Groq</a:t>
            </a:r>
            <a:endParaRPr lang="en-US" dirty="0"/>
          </a:p>
        </p:txBody>
      </p:sp>
      <p:pic>
        <p:nvPicPr>
          <p:cNvPr id="6146" name="Picture 2" descr="Legal AI Software: Streamlining Case Management and Monitoring">
            <a:extLst>
              <a:ext uri="{FF2B5EF4-FFF2-40B4-BE49-F238E27FC236}">
                <a16:creationId xmlns:a16="http://schemas.microsoft.com/office/drawing/2014/main" id="{E1EAAD92-67EF-5C5A-357A-210670430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1782" y="1314450"/>
            <a:ext cx="6029692" cy="4329113"/>
          </a:xfrm>
          <a:prstGeom prst="rect">
            <a:avLst/>
          </a:prstGeom>
          <a:noFill/>
          <a:effectLst>
            <a:softEdge rad="139868"/>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07472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495FFC-8AB7-422E-199F-708EDDD4722A}"/>
              </a:ext>
            </a:extLst>
          </p:cNvPr>
          <p:cNvSpPr>
            <a:spLocks noGrp="1"/>
          </p:cNvSpPr>
          <p:nvPr>
            <p:ph type="body" idx="1"/>
          </p:nvPr>
        </p:nvSpPr>
        <p:spPr>
          <a:xfrm>
            <a:off x="632882" y="2323070"/>
            <a:ext cx="11063819" cy="4185019"/>
          </a:xfrm>
        </p:spPr>
        <p:txBody>
          <a:bodyPr>
            <a:normAutofit/>
          </a:bodyPr>
          <a:lstStyle/>
          <a:p>
            <a:pPr marL="0" indent="0" algn="just">
              <a:buNone/>
            </a:pPr>
            <a:r>
              <a:rPr lang="en-IN" dirty="0">
                <a:solidFill>
                  <a:srgbClr val="0E0E0E"/>
                </a:solidFill>
                <a:effectLst/>
                <a:latin typeface="Times New Roman" panose="02020603050405020304" pitchFamily="18" charset="0"/>
              </a:rPr>
              <a:t>1. </a:t>
            </a:r>
            <a:r>
              <a:rPr lang="en-IN" b="1" dirty="0">
                <a:solidFill>
                  <a:srgbClr val="0E0E0E"/>
                </a:solidFill>
                <a:effectLst/>
                <a:latin typeface=".SF NS"/>
              </a:rPr>
              <a:t>Enhanced Efficiency and Speed</a:t>
            </a:r>
            <a:r>
              <a:rPr lang="en-IN" dirty="0">
                <a:solidFill>
                  <a:srgbClr val="0E0E0E"/>
                </a:solidFill>
                <a:effectLst/>
                <a:latin typeface=".SF NS"/>
              </a:rPr>
              <a:t>:</a:t>
            </a:r>
          </a:p>
          <a:p>
            <a:pPr marL="0" indent="0" algn="just">
              <a:buNone/>
            </a:pPr>
            <a:r>
              <a:rPr lang="en-IN" dirty="0" err="1">
                <a:solidFill>
                  <a:srgbClr val="0E0E0E"/>
                </a:solidFill>
                <a:effectLst/>
                <a:latin typeface=".SF NS"/>
              </a:rPr>
              <a:t>Groq</a:t>
            </a:r>
            <a:r>
              <a:rPr lang="en-IN" dirty="0">
                <a:solidFill>
                  <a:srgbClr val="0E0E0E"/>
                </a:solidFill>
                <a:effectLst/>
                <a:latin typeface=".SF NS"/>
              </a:rPr>
              <a:t> aims to further improve the efficiency and speed of their Tensor Streaming Processors (TSP). By optimizing the chip design and leveraging advanced manufacturing techniques, future versions of </a:t>
            </a:r>
            <a:r>
              <a:rPr lang="en-IN" dirty="0" err="1">
                <a:solidFill>
                  <a:srgbClr val="0E0E0E"/>
                </a:solidFill>
                <a:effectLst/>
                <a:latin typeface=".SF NS"/>
              </a:rPr>
              <a:t>Groq</a:t>
            </a:r>
            <a:r>
              <a:rPr lang="en-IN" dirty="0">
                <a:solidFill>
                  <a:srgbClr val="0E0E0E"/>
                </a:solidFill>
                <a:effectLst/>
                <a:latin typeface=".SF NS"/>
              </a:rPr>
              <a:t> TSP are expected to deliver even faster processing times and lower power consumption, making them ideal for large-scale AI and machine learning applications  .</a:t>
            </a:r>
          </a:p>
        </p:txBody>
      </p:sp>
      <p:sp>
        <p:nvSpPr>
          <p:cNvPr id="3" name="Title 2">
            <a:extLst>
              <a:ext uri="{FF2B5EF4-FFF2-40B4-BE49-F238E27FC236}">
                <a16:creationId xmlns:a16="http://schemas.microsoft.com/office/drawing/2014/main" id="{19017ED7-C91B-60F2-183C-7F57CA045F21}"/>
              </a:ext>
            </a:extLst>
          </p:cNvPr>
          <p:cNvSpPr>
            <a:spLocks noGrp="1"/>
          </p:cNvSpPr>
          <p:nvPr>
            <p:ph type="title"/>
          </p:nvPr>
        </p:nvSpPr>
        <p:spPr/>
        <p:txBody>
          <a:bodyPr>
            <a:normAutofit fontScale="90000"/>
          </a:bodyPr>
          <a:lstStyle/>
          <a:p>
            <a:r>
              <a:rPr lang="en-US" dirty="0"/>
              <a:t>Future Directions and Innovations</a:t>
            </a:r>
            <a:br>
              <a:rPr lang="en-US" dirty="0"/>
            </a:br>
            <a:endParaRPr lang="en-US" dirty="0"/>
          </a:p>
        </p:txBody>
      </p:sp>
    </p:spTree>
    <p:extLst>
      <p:ext uri="{BB962C8B-B14F-4D97-AF65-F5344CB8AC3E}">
        <p14:creationId xmlns:p14="http://schemas.microsoft.com/office/powerpoint/2010/main" val="9924605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C16ED4-3C5A-0E32-77BA-08506E0486D1}"/>
              </a:ext>
            </a:extLst>
          </p:cNvPr>
          <p:cNvSpPr>
            <a:spLocks noGrp="1"/>
          </p:cNvSpPr>
          <p:nvPr>
            <p:ph type="body" idx="1"/>
          </p:nvPr>
        </p:nvSpPr>
        <p:spPr/>
        <p:txBody>
          <a:bodyPr/>
          <a:lstStyle/>
          <a:p>
            <a:pPr marL="0" indent="0" algn="just">
              <a:buNone/>
            </a:pPr>
            <a:r>
              <a:rPr lang="en-IN" dirty="0">
                <a:solidFill>
                  <a:srgbClr val="0E0E0E"/>
                </a:solidFill>
                <a:effectLst/>
                <a:latin typeface="Times New Roman" panose="02020603050405020304" pitchFamily="18" charset="0"/>
              </a:rPr>
              <a:t>2. </a:t>
            </a:r>
            <a:r>
              <a:rPr lang="en-IN" b="1" dirty="0">
                <a:solidFill>
                  <a:srgbClr val="0E0E0E"/>
                </a:solidFill>
                <a:effectLst/>
                <a:latin typeface=".SF NS"/>
              </a:rPr>
              <a:t>Broader Application Scope</a:t>
            </a:r>
            <a:r>
              <a:rPr lang="en-IN" dirty="0">
                <a:solidFill>
                  <a:srgbClr val="0E0E0E"/>
                </a:solidFill>
                <a:effectLst/>
                <a:latin typeface=".SF NS"/>
              </a:rPr>
              <a:t>:</a:t>
            </a:r>
          </a:p>
          <a:p>
            <a:pPr marL="0" indent="0" algn="just">
              <a:buNone/>
            </a:pPr>
            <a:r>
              <a:rPr lang="en-IN" dirty="0" err="1">
                <a:solidFill>
                  <a:srgbClr val="0E0E0E"/>
                </a:solidFill>
                <a:effectLst/>
                <a:latin typeface=".SF NS"/>
              </a:rPr>
              <a:t>Groq</a:t>
            </a:r>
            <a:r>
              <a:rPr lang="en-IN" dirty="0">
                <a:solidFill>
                  <a:srgbClr val="0E0E0E"/>
                </a:solidFill>
                <a:effectLst/>
                <a:latin typeface=".SF NS"/>
              </a:rPr>
              <a:t> is likely to expand the application scope of their TSP technology. Currently excelling in AI inference tasks, future developments may see </a:t>
            </a:r>
            <a:r>
              <a:rPr lang="en-IN" dirty="0" err="1">
                <a:solidFill>
                  <a:srgbClr val="0E0E0E"/>
                </a:solidFill>
                <a:effectLst/>
                <a:latin typeface=".SF NS"/>
              </a:rPr>
              <a:t>Groq</a:t>
            </a:r>
            <a:r>
              <a:rPr lang="en-IN" dirty="0">
                <a:solidFill>
                  <a:srgbClr val="0E0E0E"/>
                </a:solidFill>
                <a:effectLst/>
                <a:latin typeface=".SF NS"/>
              </a:rPr>
              <a:t> TSPs being used more extensively in areas such as autonomous systems, edge computing, and real-time data processing. This expansion will be driven by enhancements in chip architecture and integration capabilities  .</a:t>
            </a:r>
          </a:p>
          <a:p>
            <a:pPr marL="0" indent="0" algn="just">
              <a:buNone/>
            </a:pPr>
            <a:endParaRPr lang="en-IN" dirty="0">
              <a:solidFill>
                <a:srgbClr val="0E0E0E"/>
              </a:solidFill>
              <a:effectLst/>
              <a:latin typeface=".SF NS"/>
            </a:endParaRPr>
          </a:p>
          <a:p>
            <a:pPr marL="0" indent="0" algn="just">
              <a:buNone/>
            </a:pPr>
            <a:r>
              <a:rPr lang="en-IN" dirty="0">
                <a:solidFill>
                  <a:srgbClr val="0E0E0E"/>
                </a:solidFill>
                <a:effectLst/>
                <a:latin typeface="Times New Roman" panose="02020603050405020304" pitchFamily="18" charset="0"/>
              </a:rPr>
              <a:t>3. </a:t>
            </a:r>
            <a:r>
              <a:rPr lang="en-IN" b="1" dirty="0">
                <a:solidFill>
                  <a:srgbClr val="0E0E0E"/>
                </a:solidFill>
                <a:effectLst/>
                <a:latin typeface=".SF NS"/>
              </a:rPr>
              <a:t>Integration with AI Frameworks and Software Ecosystems</a:t>
            </a:r>
            <a:r>
              <a:rPr lang="en-IN" dirty="0">
                <a:solidFill>
                  <a:srgbClr val="0E0E0E"/>
                </a:solidFill>
                <a:effectLst/>
                <a:latin typeface=".SF NS"/>
              </a:rPr>
              <a:t>:</a:t>
            </a:r>
          </a:p>
          <a:p>
            <a:pPr marL="0" indent="0" algn="just">
              <a:buNone/>
            </a:pPr>
            <a:r>
              <a:rPr lang="en-IN" dirty="0">
                <a:solidFill>
                  <a:srgbClr val="0E0E0E"/>
                </a:solidFill>
                <a:effectLst/>
                <a:latin typeface=".SF NS"/>
              </a:rPr>
              <a:t>To maximize the utility of </a:t>
            </a:r>
            <a:r>
              <a:rPr lang="en-IN" dirty="0" err="1">
                <a:solidFill>
                  <a:srgbClr val="0E0E0E"/>
                </a:solidFill>
                <a:effectLst/>
                <a:latin typeface=".SF NS"/>
              </a:rPr>
              <a:t>Groq</a:t>
            </a:r>
            <a:r>
              <a:rPr lang="en-IN" dirty="0">
                <a:solidFill>
                  <a:srgbClr val="0E0E0E"/>
                </a:solidFill>
                <a:effectLst/>
                <a:latin typeface=".SF NS"/>
              </a:rPr>
              <a:t> TSPs, the company is focusing on better integration with popular AI frameworks and software ecosystems. This includes providing robust support for frameworks like TensorFlow and </a:t>
            </a:r>
            <a:r>
              <a:rPr lang="en-IN" dirty="0" err="1">
                <a:solidFill>
                  <a:srgbClr val="0E0E0E"/>
                </a:solidFill>
                <a:effectLst/>
                <a:latin typeface=".SF NS"/>
              </a:rPr>
              <a:t>PyTorch</a:t>
            </a:r>
            <a:r>
              <a:rPr lang="en-IN" dirty="0">
                <a:solidFill>
                  <a:srgbClr val="0E0E0E"/>
                </a:solidFill>
                <a:effectLst/>
                <a:latin typeface=".SF NS"/>
              </a:rPr>
              <a:t>, as well as developing proprietary tools that simplify the deployment and management of AI models on </a:t>
            </a:r>
            <a:r>
              <a:rPr lang="en-IN" dirty="0" err="1">
                <a:solidFill>
                  <a:srgbClr val="0E0E0E"/>
                </a:solidFill>
                <a:effectLst/>
                <a:latin typeface=".SF NS"/>
              </a:rPr>
              <a:t>Groq</a:t>
            </a:r>
            <a:r>
              <a:rPr lang="en-IN" dirty="0">
                <a:solidFill>
                  <a:srgbClr val="0E0E0E"/>
                </a:solidFill>
                <a:effectLst/>
                <a:latin typeface=".SF NS"/>
              </a:rPr>
              <a:t> hardware  .</a:t>
            </a:r>
          </a:p>
          <a:p>
            <a:endParaRPr lang="en-US" dirty="0"/>
          </a:p>
        </p:txBody>
      </p:sp>
      <p:sp>
        <p:nvSpPr>
          <p:cNvPr id="3" name="Title 2">
            <a:extLst>
              <a:ext uri="{FF2B5EF4-FFF2-40B4-BE49-F238E27FC236}">
                <a16:creationId xmlns:a16="http://schemas.microsoft.com/office/drawing/2014/main" id="{99C90647-6E48-F455-DCB8-8CF399C7160B}"/>
              </a:ext>
            </a:extLst>
          </p:cNvPr>
          <p:cNvSpPr>
            <a:spLocks noGrp="1"/>
          </p:cNvSpPr>
          <p:nvPr>
            <p:ph type="title"/>
          </p:nvPr>
        </p:nvSpPr>
        <p:spPr/>
        <p:txBody>
          <a:bodyPr>
            <a:normAutofit fontScale="90000"/>
          </a:bodyPr>
          <a:lstStyle/>
          <a:p>
            <a:r>
              <a:rPr lang="en-US" dirty="0"/>
              <a:t>Future Directions and Innovations</a:t>
            </a:r>
            <a:br>
              <a:rPr lang="en-US" dirty="0"/>
            </a:br>
            <a:endParaRPr lang="en-US" dirty="0"/>
          </a:p>
        </p:txBody>
      </p:sp>
    </p:spTree>
    <p:extLst>
      <p:ext uri="{BB962C8B-B14F-4D97-AF65-F5344CB8AC3E}">
        <p14:creationId xmlns:p14="http://schemas.microsoft.com/office/powerpoint/2010/main" val="177636200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612008-AC13-2007-4CC2-FA1468C433B6}"/>
              </a:ext>
            </a:extLst>
          </p:cNvPr>
          <p:cNvSpPr>
            <a:spLocks noGrp="1"/>
          </p:cNvSpPr>
          <p:nvPr>
            <p:ph type="body" idx="1"/>
          </p:nvPr>
        </p:nvSpPr>
        <p:spPr/>
        <p:txBody>
          <a:bodyPr/>
          <a:lstStyle/>
          <a:p>
            <a:r>
              <a:rPr lang="en-US" dirty="0" err="1"/>
              <a:t>Groq’s</a:t>
            </a:r>
            <a:r>
              <a:rPr lang="en-US" dirty="0"/>
              <a:t> Tensor Streaming Processor (TSP) revolutionizes AI inference technology by overcoming the complexities of conventional architectures with a simpler, more efficient design.</a:t>
            </a:r>
          </a:p>
          <a:p>
            <a:r>
              <a:rPr lang="en-US" dirty="0"/>
              <a:t> Its deterministic, software-defined approach ensures predictable performance, superior compute density, and scalability, making it ideal for diverse applications like natural language processing, healthcare, finance, and legal case management. As </a:t>
            </a:r>
            <a:r>
              <a:rPr lang="en-US" dirty="0" err="1"/>
              <a:t>Groq</a:t>
            </a:r>
            <a:r>
              <a:rPr lang="en-US" dirty="0"/>
              <a:t> continues to innovate, its TSP will drive advancements in AI technology, solidifying its role as a leader in the industry.</a:t>
            </a:r>
          </a:p>
        </p:txBody>
      </p:sp>
      <p:sp>
        <p:nvSpPr>
          <p:cNvPr id="3" name="Title 2">
            <a:extLst>
              <a:ext uri="{FF2B5EF4-FFF2-40B4-BE49-F238E27FC236}">
                <a16:creationId xmlns:a16="http://schemas.microsoft.com/office/drawing/2014/main" id="{E039F106-0863-1BC3-BDE2-CE7CEF0201D1}"/>
              </a:ext>
            </a:extLst>
          </p:cNvPr>
          <p:cNvSpPr>
            <a:spLocks noGrp="1"/>
          </p:cNvSpPr>
          <p:nvPr>
            <p:ph type="title"/>
          </p:nvPr>
        </p:nvSpPr>
        <p:spPr/>
        <p:txBody>
          <a:bodyPr/>
          <a:lstStyle/>
          <a:p>
            <a:r>
              <a:rPr lang="en-US" dirty="0"/>
              <a:t>Conclusion and Summary</a:t>
            </a:r>
          </a:p>
        </p:txBody>
      </p:sp>
    </p:spTree>
    <p:extLst>
      <p:ext uri="{BB962C8B-B14F-4D97-AF65-F5344CB8AC3E}">
        <p14:creationId xmlns:p14="http://schemas.microsoft.com/office/powerpoint/2010/main" val="6947471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39583-173E-D4FD-1FF3-292EBD8AE987}"/>
              </a:ext>
            </a:extLst>
          </p:cNvPr>
          <p:cNvSpPr>
            <a:spLocks noGrp="1"/>
          </p:cNvSpPr>
          <p:nvPr>
            <p:ph type="body" idx="1"/>
          </p:nvPr>
        </p:nvSpPr>
        <p:spPr/>
        <p:txBody>
          <a:bodyPr/>
          <a:lstStyle/>
          <a:p>
            <a:r>
              <a:rPr lang="en-IN" sz="2400" dirty="0">
                <a:solidFill>
                  <a:srgbClr val="0E0E0E"/>
                </a:solidFill>
                <a:effectLst/>
                <a:latin typeface="Arial" panose="020B0604020202020204" pitchFamily="34" charset="0"/>
                <a:cs typeface="Arial" panose="020B0604020202020204" pitchFamily="34" charset="0"/>
              </a:rPr>
              <a:t>Open Floor for Questions and Discussions</a:t>
            </a:r>
            <a:endParaRPr lang="en-US" dirty="0"/>
          </a:p>
        </p:txBody>
      </p:sp>
      <p:sp>
        <p:nvSpPr>
          <p:cNvPr id="3" name="Title 2">
            <a:extLst>
              <a:ext uri="{FF2B5EF4-FFF2-40B4-BE49-F238E27FC236}">
                <a16:creationId xmlns:a16="http://schemas.microsoft.com/office/drawing/2014/main" id="{64975C6B-D96B-2F55-148D-1DFD1A97AC36}"/>
              </a:ext>
            </a:extLst>
          </p:cNvPr>
          <p:cNvSpPr>
            <a:spLocks noGrp="1"/>
          </p:cNvSpPr>
          <p:nvPr>
            <p:ph type="title"/>
          </p:nvPr>
        </p:nvSpPr>
        <p:spPr/>
        <p:txBody>
          <a:bodyPr>
            <a:normAutofit fontScale="90000"/>
          </a:bodyPr>
          <a:lstStyle/>
          <a:p>
            <a:r>
              <a:rPr lang="en-US" dirty="0"/>
              <a:t>Q&amp;A</a:t>
            </a:r>
            <a:br>
              <a:rPr lang="en-US" dirty="0"/>
            </a:br>
            <a:endParaRPr lang="en-US" dirty="0"/>
          </a:p>
        </p:txBody>
      </p:sp>
    </p:spTree>
    <p:extLst>
      <p:ext uri="{BB962C8B-B14F-4D97-AF65-F5344CB8AC3E}">
        <p14:creationId xmlns:p14="http://schemas.microsoft.com/office/powerpoint/2010/main" val="341770635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9525" cap="flat">
          <a:solidFill>
            <a:srgbClr val="000000"/>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9525" cap="flat">
          <a:solidFill>
            <a:srgbClr val="000000"/>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28bcace8-4ce7-4949-868f-170f67122379}" enabled="0" method="" siteId="{28bcace8-4ce7-4949-868f-170f67122379}" removed="1"/>
</clbl:labelList>
</file>

<file path=docProps/app.xml><?xml version="1.0" encoding="utf-8"?>
<Properties xmlns="http://schemas.openxmlformats.org/officeDocument/2006/extended-properties" xmlns:vt="http://schemas.openxmlformats.org/officeDocument/2006/docPropsVTypes">
  <Template/>
  <TotalTime>28531</TotalTime>
  <Words>1243</Words>
  <Application>Microsoft Macintosh PowerPoint</Application>
  <PresentationFormat>Widescreen</PresentationFormat>
  <Paragraphs>107</Paragraphs>
  <Slides>21</Slides>
  <Notes>2</Notes>
  <HiddenSlides>0</HiddenSlides>
  <MMClips>1</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__fkGroteskNeue_598ab8</vt:lpstr>
      <vt:lpstr>.SF NS</vt:lpstr>
      <vt:lpstr>Arial</vt:lpstr>
      <vt:lpstr>Calibri</vt:lpstr>
      <vt:lpstr>Calibri Light</vt:lpstr>
      <vt:lpstr>Times New Roman</vt:lpstr>
      <vt:lpstr>Office Theme</vt:lpstr>
      <vt:lpstr>Benutzerdefiniertes Design</vt:lpstr>
      <vt:lpstr>PowerPoint Presentation</vt:lpstr>
      <vt:lpstr> </vt:lpstr>
      <vt:lpstr>Today’s Agenda</vt:lpstr>
      <vt:lpstr>What is Groq?</vt:lpstr>
      <vt:lpstr> Groq’s Lineup</vt:lpstr>
      <vt:lpstr>Problem:</vt:lpstr>
      <vt:lpstr>Solution to this problem:</vt:lpstr>
      <vt:lpstr>Groq architecture</vt:lpstr>
      <vt:lpstr>Groq architecture</vt:lpstr>
      <vt:lpstr>Here's how it works.</vt:lpstr>
      <vt:lpstr>Why Groq? And not the competitors</vt:lpstr>
      <vt:lpstr>Why Groq?</vt:lpstr>
      <vt:lpstr>Why Groq?</vt:lpstr>
      <vt:lpstr>Applications of Groq</vt:lpstr>
      <vt:lpstr>Applications of Groq</vt:lpstr>
      <vt:lpstr>Applications of Groq</vt:lpstr>
      <vt:lpstr>Applications of Groq</vt:lpstr>
      <vt:lpstr>Future Directions and Innovations </vt:lpstr>
      <vt:lpstr>Future Directions and Innovations </vt:lpstr>
      <vt:lpstr>Conclusion and Summary</vt:lpstr>
      <vt:lpstr>Q&amp;A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prv6460</cp:lastModifiedBy>
  <cp:revision>93</cp:revision>
  <dcterms:modified xsi:type="dcterms:W3CDTF">2024-06-25T06:59:08Z</dcterms:modified>
</cp:coreProperties>
</file>